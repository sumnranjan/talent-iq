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2.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3.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6.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notesSlides/notesSlide7.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1"/>
  </p:notesMasterIdLst>
  <p:sldIdLst>
    <p:sldId id="265" r:id="rId2"/>
    <p:sldId id="256" r:id="rId3"/>
    <p:sldId id="257" r:id="rId4"/>
    <p:sldId id="258" r:id="rId5"/>
    <p:sldId id="259" r:id="rId6"/>
    <p:sldId id="261" r:id="rId7"/>
    <p:sldId id="262" r:id="rId8"/>
    <p:sldId id="263" r:id="rId9"/>
    <p:sldId id="264" r:id="rId10"/>
  </p:sldIdLst>
  <p:sldSz cx="14630400" cy="8229600"/>
  <p:notesSz cx="8229600" cy="14630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2" d="100"/>
          <a:sy n="72" d="100"/>
        </p:scale>
        <p:origin x="523"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slideMaster" Target="../slideMasters/slideMaster1.xml"/><Relationship Id="rId4"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type="blank">
  <p:cSld name="Blank Slide">
    <p:spTree>
      <p:nvGrpSpPr>
        <p:cNvPr id="1" name="Shape 30"/>
        <p:cNvGrpSpPr/>
        <p:nvPr/>
      </p:nvGrpSpPr>
      <p:grpSpPr>
        <a:xfrm>
          <a:off x="0" y="0"/>
          <a:ext cx="0" cy="0"/>
          <a:chOff x="0" y="0"/>
          <a:chExt cx="0" cy="0"/>
        </a:xfrm>
      </p:grpSpPr>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x">
  <p:cSld name="Title Slide">
    <p:spTree>
      <p:nvGrpSpPr>
        <p:cNvPr id="1" name="Shape 31"/>
        <p:cNvGrpSpPr/>
        <p:nvPr/>
      </p:nvGrpSpPr>
      <p:grpSpPr>
        <a:xfrm>
          <a:off x="0" y="0"/>
          <a:ext cx="0" cy="0"/>
          <a:chOff x="0" y="0"/>
          <a:chExt cx="0" cy="0"/>
        </a:xfrm>
      </p:grpSpPr>
      <p:sp>
        <p:nvSpPr>
          <p:cNvPr id="32" name="Google Shape;32;p12"/>
          <p:cNvSpPr txBox="1">
            <a:spLocks noGrp="1"/>
          </p:cNvSpPr>
          <p:nvPr>
            <p:ph type="title"/>
          </p:nvPr>
        </p:nvSpPr>
        <p:spPr>
          <a:xfrm>
            <a:off x="0" y="0"/>
            <a:ext cx="8777664" cy="1096848"/>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p>
        </p:txBody>
      </p:sp>
      <p:sp>
        <p:nvSpPr>
          <p:cNvPr id="33" name="Google Shape;33;p12"/>
          <p:cNvSpPr txBox="1">
            <a:spLocks noGrp="1"/>
          </p:cNvSpPr>
          <p:nvPr>
            <p:ph type="subTitle" idx="1"/>
          </p:nvPr>
        </p:nvSpPr>
        <p:spPr>
          <a:xfrm>
            <a:off x="731520" y="1925424"/>
            <a:ext cx="13166784" cy="4772736"/>
          </a:xfrm>
          <a:prstGeom prst="rect">
            <a:avLst/>
          </a:prstGeom>
          <a:noFill/>
          <a:ln>
            <a:noFill/>
          </a:ln>
        </p:spPr>
        <p:txBody>
          <a:bodyPr spcFirstLastPara="1" wrap="square" lIns="0" tIns="0" rIns="0" bIns="0" anchor="ctr" anchorCtr="0">
            <a:noAutofit/>
          </a:bodyPr>
          <a:lstStyle>
            <a:lvl1pPr lvl="0" algn="l">
              <a:lnSpc>
                <a:spcPct val="90000"/>
              </a:lnSpc>
              <a:spcBef>
                <a:spcPts val="1200"/>
              </a:spcBef>
              <a:spcAft>
                <a:spcPts val="0"/>
              </a:spcAft>
              <a:buClr>
                <a:schemeClr val="dk1"/>
              </a:buClr>
              <a:buSzPts val="1800"/>
              <a:buChar char="•"/>
              <a:defRPr/>
            </a:lvl1pPr>
            <a:lvl2pPr lvl="1" algn="l">
              <a:lnSpc>
                <a:spcPct val="90000"/>
              </a:lnSpc>
              <a:spcBef>
                <a:spcPts val="600"/>
              </a:spcBef>
              <a:spcAft>
                <a:spcPts val="0"/>
              </a:spcAft>
              <a:buClr>
                <a:schemeClr val="dk1"/>
              </a:buClr>
              <a:buSzPts val="1800"/>
              <a:buChar char="•"/>
              <a:defRPr/>
            </a:lvl2pPr>
            <a:lvl3pPr lvl="2" algn="l">
              <a:lnSpc>
                <a:spcPct val="90000"/>
              </a:lnSpc>
              <a:spcBef>
                <a:spcPts val="600"/>
              </a:spcBef>
              <a:spcAft>
                <a:spcPts val="0"/>
              </a:spcAft>
              <a:buClr>
                <a:schemeClr val="dk1"/>
              </a:buClr>
              <a:buSzPts val="1800"/>
              <a:buChar char="•"/>
              <a:defRPr/>
            </a:lvl3pPr>
            <a:lvl4pPr lvl="3" algn="l">
              <a:lnSpc>
                <a:spcPct val="90000"/>
              </a:lnSpc>
              <a:spcBef>
                <a:spcPts val="600"/>
              </a:spcBef>
              <a:spcAft>
                <a:spcPts val="0"/>
              </a:spcAft>
              <a:buClr>
                <a:schemeClr val="dk1"/>
              </a:buClr>
              <a:buSzPts val="1800"/>
              <a:buChar char="•"/>
              <a:defRPr/>
            </a:lvl4pPr>
            <a:lvl5pPr lvl="4" algn="l">
              <a:lnSpc>
                <a:spcPct val="90000"/>
              </a:lnSpc>
              <a:spcBef>
                <a:spcPts val="600"/>
              </a:spcBef>
              <a:spcAft>
                <a:spcPts val="0"/>
              </a:spcAft>
              <a:buClr>
                <a:schemeClr val="dk1"/>
              </a:buClr>
              <a:buSzPts val="1800"/>
              <a:buChar char="•"/>
              <a:defRPr/>
            </a:lvl5pPr>
            <a:lvl6pPr lvl="5" algn="l">
              <a:lnSpc>
                <a:spcPct val="90000"/>
              </a:lnSpc>
              <a:spcBef>
                <a:spcPts val="600"/>
              </a:spcBef>
              <a:spcAft>
                <a:spcPts val="0"/>
              </a:spcAft>
              <a:buClr>
                <a:schemeClr val="dk1"/>
              </a:buClr>
              <a:buSzPts val="1800"/>
              <a:buChar char="•"/>
              <a:defRPr/>
            </a:lvl6pPr>
            <a:lvl7pPr lvl="6" algn="l">
              <a:lnSpc>
                <a:spcPct val="90000"/>
              </a:lnSpc>
              <a:spcBef>
                <a:spcPts val="600"/>
              </a:spcBef>
              <a:spcAft>
                <a:spcPts val="0"/>
              </a:spcAft>
              <a:buClr>
                <a:schemeClr val="dk1"/>
              </a:buClr>
              <a:buSzPts val="1800"/>
              <a:buChar char="•"/>
              <a:defRPr/>
            </a:lvl7pPr>
            <a:lvl8pPr lvl="7" algn="l">
              <a:lnSpc>
                <a:spcPct val="90000"/>
              </a:lnSpc>
              <a:spcBef>
                <a:spcPts val="600"/>
              </a:spcBef>
              <a:spcAft>
                <a:spcPts val="0"/>
              </a:spcAft>
              <a:buClr>
                <a:schemeClr val="dk1"/>
              </a:buClr>
              <a:buSzPts val="1800"/>
              <a:buChar char="•"/>
              <a:defRPr/>
            </a:lvl8pPr>
            <a:lvl9pPr lvl="8" algn="l">
              <a:lnSpc>
                <a:spcPct val="90000"/>
              </a:lnSpc>
              <a:spcBef>
                <a:spcPts val="600"/>
              </a:spcBef>
              <a:spcAft>
                <a:spcPts val="0"/>
              </a:spcAft>
              <a:buClr>
                <a:schemeClr val="dk1"/>
              </a:buClr>
              <a:buSzPts val="1800"/>
              <a:buChar char="•"/>
              <a:defRPr/>
            </a:lvl9pPr>
          </a:lstStyle>
          <a:p>
            <a:r>
              <a:rPr lang="en-US"/>
              <a:t>Click to edit Master subtitle style</a:t>
            </a:r>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type="obj">
  <p:cSld name="Title, Content">
    <p:spTree>
      <p:nvGrpSpPr>
        <p:cNvPr id="1" name="Shape 34"/>
        <p:cNvGrpSpPr/>
        <p:nvPr/>
      </p:nvGrpSpPr>
      <p:grpSpPr>
        <a:xfrm>
          <a:off x="0" y="0"/>
          <a:ext cx="0" cy="0"/>
          <a:chOff x="0" y="0"/>
          <a:chExt cx="0" cy="0"/>
        </a:xfrm>
      </p:grpSpPr>
      <p:sp>
        <p:nvSpPr>
          <p:cNvPr id="35" name="Google Shape;35;p13"/>
          <p:cNvSpPr txBox="1">
            <a:spLocks noGrp="1"/>
          </p:cNvSpPr>
          <p:nvPr>
            <p:ph type="title"/>
          </p:nvPr>
        </p:nvSpPr>
        <p:spPr>
          <a:xfrm>
            <a:off x="0" y="0"/>
            <a:ext cx="8777664" cy="1096848"/>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p>
        </p:txBody>
      </p:sp>
      <p:sp>
        <p:nvSpPr>
          <p:cNvPr id="36" name="Google Shape;36;p13"/>
          <p:cNvSpPr txBox="1">
            <a:spLocks noGrp="1"/>
          </p:cNvSpPr>
          <p:nvPr>
            <p:ph type="body" idx="1"/>
          </p:nvPr>
        </p:nvSpPr>
        <p:spPr>
          <a:xfrm>
            <a:off x="731520" y="1925424"/>
            <a:ext cx="13166784" cy="4772736"/>
          </a:xfrm>
          <a:prstGeom prst="rect">
            <a:avLst/>
          </a:prstGeom>
          <a:noFill/>
          <a:ln>
            <a:noFill/>
          </a:ln>
        </p:spPr>
        <p:txBody>
          <a:bodyPr spcFirstLastPara="1" wrap="square" lIns="0" tIns="0" rIns="0" bIns="0" anchor="t" anchorCtr="0">
            <a:normAutofit/>
          </a:bodyPr>
          <a:lstStyle>
            <a:lvl1pPr marL="548640" lvl="0" indent="-411480" algn="l">
              <a:lnSpc>
                <a:spcPct val="90000"/>
              </a:lnSpc>
              <a:spcBef>
                <a:spcPts val="1200"/>
              </a:spcBef>
              <a:spcAft>
                <a:spcPts val="0"/>
              </a:spcAft>
              <a:buClr>
                <a:schemeClr val="dk1"/>
              </a:buClr>
              <a:buSzPts val="1800"/>
              <a:buChar char="•"/>
              <a:defRPr/>
            </a:lvl1pPr>
            <a:lvl2pPr marL="1097280" lvl="1" indent="-411480" algn="l">
              <a:lnSpc>
                <a:spcPct val="90000"/>
              </a:lnSpc>
              <a:spcBef>
                <a:spcPts val="600"/>
              </a:spcBef>
              <a:spcAft>
                <a:spcPts val="0"/>
              </a:spcAft>
              <a:buClr>
                <a:schemeClr val="dk1"/>
              </a:buClr>
              <a:buSzPts val="1800"/>
              <a:buChar char="•"/>
              <a:defRPr/>
            </a:lvl2pPr>
            <a:lvl3pPr marL="1645920" lvl="2" indent="-411480" algn="l">
              <a:lnSpc>
                <a:spcPct val="90000"/>
              </a:lnSpc>
              <a:spcBef>
                <a:spcPts val="600"/>
              </a:spcBef>
              <a:spcAft>
                <a:spcPts val="0"/>
              </a:spcAft>
              <a:buClr>
                <a:schemeClr val="dk1"/>
              </a:buClr>
              <a:buSzPts val="1800"/>
              <a:buChar char="•"/>
              <a:defRPr/>
            </a:lvl3pPr>
            <a:lvl4pPr marL="2194560" lvl="3" indent="-411480" algn="l">
              <a:lnSpc>
                <a:spcPct val="90000"/>
              </a:lnSpc>
              <a:spcBef>
                <a:spcPts val="600"/>
              </a:spcBef>
              <a:spcAft>
                <a:spcPts val="0"/>
              </a:spcAft>
              <a:buClr>
                <a:schemeClr val="dk1"/>
              </a:buClr>
              <a:buSzPts val="1800"/>
              <a:buChar char="•"/>
              <a:defRPr/>
            </a:lvl4pPr>
            <a:lvl5pPr marL="2743200" lvl="4" indent="-411480" algn="l">
              <a:lnSpc>
                <a:spcPct val="90000"/>
              </a:lnSpc>
              <a:spcBef>
                <a:spcPts val="600"/>
              </a:spcBef>
              <a:spcAft>
                <a:spcPts val="0"/>
              </a:spcAft>
              <a:buClr>
                <a:schemeClr val="dk1"/>
              </a:buClr>
              <a:buSzPts val="1800"/>
              <a:buChar char="•"/>
              <a:defRPr/>
            </a:lvl5pPr>
            <a:lvl6pPr marL="3291840" lvl="5" indent="-411480" algn="l">
              <a:lnSpc>
                <a:spcPct val="90000"/>
              </a:lnSpc>
              <a:spcBef>
                <a:spcPts val="600"/>
              </a:spcBef>
              <a:spcAft>
                <a:spcPts val="0"/>
              </a:spcAft>
              <a:buClr>
                <a:schemeClr val="dk1"/>
              </a:buClr>
              <a:buSzPts val="1800"/>
              <a:buChar char="•"/>
              <a:defRPr/>
            </a:lvl6pPr>
            <a:lvl7pPr marL="3840480" lvl="6" indent="-411480" algn="l">
              <a:lnSpc>
                <a:spcPct val="90000"/>
              </a:lnSpc>
              <a:spcBef>
                <a:spcPts val="600"/>
              </a:spcBef>
              <a:spcAft>
                <a:spcPts val="0"/>
              </a:spcAft>
              <a:buClr>
                <a:schemeClr val="dk1"/>
              </a:buClr>
              <a:buSzPts val="1800"/>
              <a:buChar char="•"/>
              <a:defRPr/>
            </a:lvl7pPr>
            <a:lvl8pPr marL="4389120" lvl="7" indent="-411480" algn="l">
              <a:lnSpc>
                <a:spcPct val="90000"/>
              </a:lnSpc>
              <a:spcBef>
                <a:spcPts val="600"/>
              </a:spcBef>
              <a:spcAft>
                <a:spcPts val="0"/>
              </a:spcAft>
              <a:buClr>
                <a:schemeClr val="dk1"/>
              </a:buClr>
              <a:buSzPts val="1800"/>
              <a:buChar char="•"/>
              <a:defRPr/>
            </a:lvl8pPr>
            <a:lvl9pPr marL="4937760" lvl="8" indent="-411480" algn="l">
              <a:lnSpc>
                <a:spcPct val="90000"/>
              </a:lnSpc>
              <a:spcBef>
                <a:spcPts val="600"/>
              </a:spcBef>
              <a:spcAft>
                <a:spcPts val="0"/>
              </a:spcAft>
              <a:buClr>
                <a:schemeClr val="dk1"/>
              </a:buClr>
              <a:buSzPts val="1800"/>
              <a:buChar char="•"/>
              <a:defRPr/>
            </a:lvl9pPr>
          </a:lstStyle>
          <a:p>
            <a:pPr lvl="0"/>
            <a:r>
              <a:rPr lang="en-US"/>
              <a:t>Click to edit Master text styles</a:t>
            </a:r>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2 Content" type="twoObj">
  <p:cSld name="Title, 2 Content">
    <p:spTree>
      <p:nvGrpSpPr>
        <p:cNvPr id="1" name="Shape 37"/>
        <p:cNvGrpSpPr/>
        <p:nvPr/>
      </p:nvGrpSpPr>
      <p:grpSpPr>
        <a:xfrm>
          <a:off x="0" y="0"/>
          <a:ext cx="0" cy="0"/>
          <a:chOff x="0" y="0"/>
          <a:chExt cx="0" cy="0"/>
        </a:xfrm>
      </p:grpSpPr>
      <p:sp>
        <p:nvSpPr>
          <p:cNvPr id="38" name="Google Shape;38;p14"/>
          <p:cNvSpPr txBox="1">
            <a:spLocks noGrp="1"/>
          </p:cNvSpPr>
          <p:nvPr>
            <p:ph type="title"/>
          </p:nvPr>
        </p:nvSpPr>
        <p:spPr>
          <a:xfrm>
            <a:off x="0" y="0"/>
            <a:ext cx="8777664" cy="1096848"/>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p>
        </p:txBody>
      </p:sp>
      <p:sp>
        <p:nvSpPr>
          <p:cNvPr id="39" name="Google Shape;39;p14"/>
          <p:cNvSpPr txBox="1">
            <a:spLocks noGrp="1"/>
          </p:cNvSpPr>
          <p:nvPr>
            <p:ph type="body" idx="1"/>
          </p:nvPr>
        </p:nvSpPr>
        <p:spPr>
          <a:xfrm>
            <a:off x="731520" y="1925424"/>
            <a:ext cx="6425280" cy="4772736"/>
          </a:xfrm>
          <a:prstGeom prst="rect">
            <a:avLst/>
          </a:prstGeom>
          <a:noFill/>
          <a:ln>
            <a:noFill/>
          </a:ln>
        </p:spPr>
        <p:txBody>
          <a:bodyPr spcFirstLastPara="1" wrap="square" lIns="0" tIns="0" rIns="0" bIns="0" anchor="t" anchorCtr="0">
            <a:normAutofit/>
          </a:bodyPr>
          <a:lstStyle>
            <a:lvl1pPr marL="548640" lvl="0" indent="-411480" algn="l">
              <a:lnSpc>
                <a:spcPct val="90000"/>
              </a:lnSpc>
              <a:spcBef>
                <a:spcPts val="1200"/>
              </a:spcBef>
              <a:spcAft>
                <a:spcPts val="0"/>
              </a:spcAft>
              <a:buClr>
                <a:schemeClr val="dk1"/>
              </a:buClr>
              <a:buSzPts val="1800"/>
              <a:buChar char="•"/>
              <a:defRPr/>
            </a:lvl1pPr>
            <a:lvl2pPr marL="1097280" lvl="1" indent="-411480" algn="l">
              <a:lnSpc>
                <a:spcPct val="90000"/>
              </a:lnSpc>
              <a:spcBef>
                <a:spcPts val="600"/>
              </a:spcBef>
              <a:spcAft>
                <a:spcPts val="0"/>
              </a:spcAft>
              <a:buClr>
                <a:schemeClr val="dk1"/>
              </a:buClr>
              <a:buSzPts val="1800"/>
              <a:buChar char="•"/>
              <a:defRPr/>
            </a:lvl2pPr>
            <a:lvl3pPr marL="1645920" lvl="2" indent="-411480" algn="l">
              <a:lnSpc>
                <a:spcPct val="90000"/>
              </a:lnSpc>
              <a:spcBef>
                <a:spcPts val="600"/>
              </a:spcBef>
              <a:spcAft>
                <a:spcPts val="0"/>
              </a:spcAft>
              <a:buClr>
                <a:schemeClr val="dk1"/>
              </a:buClr>
              <a:buSzPts val="1800"/>
              <a:buChar char="•"/>
              <a:defRPr/>
            </a:lvl3pPr>
            <a:lvl4pPr marL="2194560" lvl="3" indent="-411480" algn="l">
              <a:lnSpc>
                <a:spcPct val="90000"/>
              </a:lnSpc>
              <a:spcBef>
                <a:spcPts val="600"/>
              </a:spcBef>
              <a:spcAft>
                <a:spcPts val="0"/>
              </a:spcAft>
              <a:buClr>
                <a:schemeClr val="dk1"/>
              </a:buClr>
              <a:buSzPts val="1800"/>
              <a:buChar char="•"/>
              <a:defRPr/>
            </a:lvl4pPr>
            <a:lvl5pPr marL="2743200" lvl="4" indent="-411480" algn="l">
              <a:lnSpc>
                <a:spcPct val="90000"/>
              </a:lnSpc>
              <a:spcBef>
                <a:spcPts val="600"/>
              </a:spcBef>
              <a:spcAft>
                <a:spcPts val="0"/>
              </a:spcAft>
              <a:buClr>
                <a:schemeClr val="dk1"/>
              </a:buClr>
              <a:buSzPts val="1800"/>
              <a:buChar char="•"/>
              <a:defRPr/>
            </a:lvl5pPr>
            <a:lvl6pPr marL="3291840" lvl="5" indent="-411480" algn="l">
              <a:lnSpc>
                <a:spcPct val="90000"/>
              </a:lnSpc>
              <a:spcBef>
                <a:spcPts val="600"/>
              </a:spcBef>
              <a:spcAft>
                <a:spcPts val="0"/>
              </a:spcAft>
              <a:buClr>
                <a:schemeClr val="dk1"/>
              </a:buClr>
              <a:buSzPts val="1800"/>
              <a:buChar char="•"/>
              <a:defRPr/>
            </a:lvl6pPr>
            <a:lvl7pPr marL="3840480" lvl="6" indent="-411480" algn="l">
              <a:lnSpc>
                <a:spcPct val="90000"/>
              </a:lnSpc>
              <a:spcBef>
                <a:spcPts val="600"/>
              </a:spcBef>
              <a:spcAft>
                <a:spcPts val="0"/>
              </a:spcAft>
              <a:buClr>
                <a:schemeClr val="dk1"/>
              </a:buClr>
              <a:buSzPts val="1800"/>
              <a:buChar char="•"/>
              <a:defRPr/>
            </a:lvl7pPr>
            <a:lvl8pPr marL="4389120" lvl="7" indent="-411480" algn="l">
              <a:lnSpc>
                <a:spcPct val="90000"/>
              </a:lnSpc>
              <a:spcBef>
                <a:spcPts val="600"/>
              </a:spcBef>
              <a:spcAft>
                <a:spcPts val="0"/>
              </a:spcAft>
              <a:buClr>
                <a:schemeClr val="dk1"/>
              </a:buClr>
              <a:buSzPts val="1800"/>
              <a:buChar char="•"/>
              <a:defRPr/>
            </a:lvl8pPr>
            <a:lvl9pPr marL="4937760" lvl="8" indent="-411480" algn="l">
              <a:lnSpc>
                <a:spcPct val="90000"/>
              </a:lnSpc>
              <a:spcBef>
                <a:spcPts val="600"/>
              </a:spcBef>
              <a:spcAft>
                <a:spcPts val="0"/>
              </a:spcAft>
              <a:buClr>
                <a:schemeClr val="dk1"/>
              </a:buClr>
              <a:buSzPts val="1800"/>
              <a:buChar char="•"/>
              <a:defRPr/>
            </a:lvl9pPr>
          </a:lstStyle>
          <a:p>
            <a:pPr lvl="0"/>
            <a:r>
              <a:rPr lang="en-US"/>
              <a:t>Click to edit Master text styles</a:t>
            </a:r>
          </a:p>
        </p:txBody>
      </p:sp>
      <p:sp>
        <p:nvSpPr>
          <p:cNvPr id="40" name="Google Shape;40;p14"/>
          <p:cNvSpPr txBox="1">
            <a:spLocks noGrp="1"/>
          </p:cNvSpPr>
          <p:nvPr>
            <p:ph type="body" idx="2"/>
          </p:nvPr>
        </p:nvSpPr>
        <p:spPr>
          <a:xfrm>
            <a:off x="7478784" y="1925424"/>
            <a:ext cx="6425280" cy="4772736"/>
          </a:xfrm>
          <a:prstGeom prst="rect">
            <a:avLst/>
          </a:prstGeom>
          <a:noFill/>
          <a:ln>
            <a:noFill/>
          </a:ln>
        </p:spPr>
        <p:txBody>
          <a:bodyPr spcFirstLastPara="1" wrap="square" lIns="0" tIns="0" rIns="0" bIns="0" anchor="t" anchorCtr="0">
            <a:normAutofit/>
          </a:bodyPr>
          <a:lstStyle>
            <a:lvl1pPr marL="548640" lvl="0" indent="-411480" algn="l">
              <a:lnSpc>
                <a:spcPct val="90000"/>
              </a:lnSpc>
              <a:spcBef>
                <a:spcPts val="1200"/>
              </a:spcBef>
              <a:spcAft>
                <a:spcPts val="0"/>
              </a:spcAft>
              <a:buClr>
                <a:schemeClr val="dk1"/>
              </a:buClr>
              <a:buSzPts val="1800"/>
              <a:buChar char="•"/>
              <a:defRPr/>
            </a:lvl1pPr>
            <a:lvl2pPr marL="1097280" lvl="1" indent="-411480" algn="l">
              <a:lnSpc>
                <a:spcPct val="90000"/>
              </a:lnSpc>
              <a:spcBef>
                <a:spcPts val="600"/>
              </a:spcBef>
              <a:spcAft>
                <a:spcPts val="0"/>
              </a:spcAft>
              <a:buClr>
                <a:schemeClr val="dk1"/>
              </a:buClr>
              <a:buSzPts val="1800"/>
              <a:buChar char="•"/>
              <a:defRPr/>
            </a:lvl2pPr>
            <a:lvl3pPr marL="1645920" lvl="2" indent="-411480" algn="l">
              <a:lnSpc>
                <a:spcPct val="90000"/>
              </a:lnSpc>
              <a:spcBef>
                <a:spcPts val="600"/>
              </a:spcBef>
              <a:spcAft>
                <a:spcPts val="0"/>
              </a:spcAft>
              <a:buClr>
                <a:schemeClr val="dk1"/>
              </a:buClr>
              <a:buSzPts val="1800"/>
              <a:buChar char="•"/>
              <a:defRPr/>
            </a:lvl3pPr>
            <a:lvl4pPr marL="2194560" lvl="3" indent="-411480" algn="l">
              <a:lnSpc>
                <a:spcPct val="90000"/>
              </a:lnSpc>
              <a:spcBef>
                <a:spcPts val="600"/>
              </a:spcBef>
              <a:spcAft>
                <a:spcPts val="0"/>
              </a:spcAft>
              <a:buClr>
                <a:schemeClr val="dk1"/>
              </a:buClr>
              <a:buSzPts val="1800"/>
              <a:buChar char="•"/>
              <a:defRPr/>
            </a:lvl4pPr>
            <a:lvl5pPr marL="2743200" lvl="4" indent="-411480" algn="l">
              <a:lnSpc>
                <a:spcPct val="90000"/>
              </a:lnSpc>
              <a:spcBef>
                <a:spcPts val="600"/>
              </a:spcBef>
              <a:spcAft>
                <a:spcPts val="0"/>
              </a:spcAft>
              <a:buClr>
                <a:schemeClr val="dk1"/>
              </a:buClr>
              <a:buSzPts val="1800"/>
              <a:buChar char="•"/>
              <a:defRPr/>
            </a:lvl5pPr>
            <a:lvl6pPr marL="3291840" lvl="5" indent="-411480" algn="l">
              <a:lnSpc>
                <a:spcPct val="90000"/>
              </a:lnSpc>
              <a:spcBef>
                <a:spcPts val="600"/>
              </a:spcBef>
              <a:spcAft>
                <a:spcPts val="0"/>
              </a:spcAft>
              <a:buClr>
                <a:schemeClr val="dk1"/>
              </a:buClr>
              <a:buSzPts val="1800"/>
              <a:buChar char="•"/>
              <a:defRPr/>
            </a:lvl6pPr>
            <a:lvl7pPr marL="3840480" lvl="6" indent="-411480" algn="l">
              <a:lnSpc>
                <a:spcPct val="90000"/>
              </a:lnSpc>
              <a:spcBef>
                <a:spcPts val="600"/>
              </a:spcBef>
              <a:spcAft>
                <a:spcPts val="0"/>
              </a:spcAft>
              <a:buClr>
                <a:schemeClr val="dk1"/>
              </a:buClr>
              <a:buSzPts val="1800"/>
              <a:buChar char="•"/>
              <a:defRPr/>
            </a:lvl7pPr>
            <a:lvl8pPr marL="4389120" lvl="7" indent="-411480" algn="l">
              <a:lnSpc>
                <a:spcPct val="90000"/>
              </a:lnSpc>
              <a:spcBef>
                <a:spcPts val="600"/>
              </a:spcBef>
              <a:spcAft>
                <a:spcPts val="0"/>
              </a:spcAft>
              <a:buClr>
                <a:schemeClr val="dk1"/>
              </a:buClr>
              <a:buSzPts val="1800"/>
              <a:buChar char="•"/>
              <a:defRPr/>
            </a:lvl8pPr>
            <a:lvl9pPr marL="4937760" lvl="8" indent="-411480" algn="l">
              <a:lnSpc>
                <a:spcPct val="90000"/>
              </a:lnSpc>
              <a:spcBef>
                <a:spcPts val="600"/>
              </a:spcBef>
              <a:spcAft>
                <a:spcPts val="0"/>
              </a:spcAft>
              <a:buClr>
                <a:schemeClr val="dk1"/>
              </a:buClr>
              <a:buSzPts val="1800"/>
              <a:buChar char="•"/>
              <a:defRPr/>
            </a:lvl9pPr>
          </a:lstStyle>
          <a:p>
            <a:pPr lvl="0"/>
            <a:r>
              <a:rPr lang="en-US"/>
              <a:t>Click to edit Master text styles</a:t>
            </a:r>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1"/>
        <p:cNvGrpSpPr/>
        <p:nvPr/>
      </p:nvGrpSpPr>
      <p:grpSpPr>
        <a:xfrm>
          <a:off x="0" y="0"/>
          <a:ext cx="0" cy="0"/>
          <a:chOff x="0" y="0"/>
          <a:chExt cx="0" cy="0"/>
        </a:xfrm>
      </p:grpSpPr>
      <p:sp>
        <p:nvSpPr>
          <p:cNvPr id="42" name="Google Shape;42;p15"/>
          <p:cNvSpPr txBox="1">
            <a:spLocks noGrp="1"/>
          </p:cNvSpPr>
          <p:nvPr>
            <p:ph type="title"/>
          </p:nvPr>
        </p:nvSpPr>
        <p:spPr>
          <a:xfrm>
            <a:off x="0" y="0"/>
            <a:ext cx="8777664" cy="1096848"/>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type="objOnly">
  <p:cSld name="Centered Text">
    <p:spTree>
      <p:nvGrpSpPr>
        <p:cNvPr id="1" name="Shape 43"/>
        <p:cNvGrpSpPr/>
        <p:nvPr/>
      </p:nvGrpSpPr>
      <p:grpSpPr>
        <a:xfrm>
          <a:off x="0" y="0"/>
          <a:ext cx="0" cy="0"/>
          <a:chOff x="0" y="0"/>
          <a:chExt cx="0" cy="0"/>
        </a:xfrm>
      </p:grpSpPr>
      <p:sp>
        <p:nvSpPr>
          <p:cNvPr id="44" name="Google Shape;44;p16"/>
          <p:cNvSpPr txBox="1">
            <a:spLocks noGrp="1"/>
          </p:cNvSpPr>
          <p:nvPr>
            <p:ph type="subTitle" idx="1"/>
          </p:nvPr>
        </p:nvSpPr>
        <p:spPr>
          <a:xfrm>
            <a:off x="0" y="0"/>
            <a:ext cx="8777664" cy="5085936"/>
          </a:xfrm>
          <a:prstGeom prst="rect">
            <a:avLst/>
          </a:prstGeom>
          <a:noFill/>
          <a:ln>
            <a:noFill/>
          </a:ln>
        </p:spPr>
        <p:txBody>
          <a:bodyPr spcFirstLastPara="1" wrap="square" lIns="0" tIns="0" rIns="0" bIns="0" anchor="ctr" anchorCtr="0">
            <a:noAutofit/>
          </a:bodyPr>
          <a:lstStyle>
            <a:lvl1pPr lvl="0" algn="l">
              <a:lnSpc>
                <a:spcPct val="90000"/>
              </a:lnSpc>
              <a:spcBef>
                <a:spcPts val="1200"/>
              </a:spcBef>
              <a:spcAft>
                <a:spcPts val="0"/>
              </a:spcAft>
              <a:buClr>
                <a:schemeClr val="dk1"/>
              </a:buClr>
              <a:buSzPts val="1800"/>
              <a:buChar char="•"/>
              <a:defRPr/>
            </a:lvl1pPr>
            <a:lvl2pPr lvl="1" algn="l">
              <a:lnSpc>
                <a:spcPct val="90000"/>
              </a:lnSpc>
              <a:spcBef>
                <a:spcPts val="600"/>
              </a:spcBef>
              <a:spcAft>
                <a:spcPts val="0"/>
              </a:spcAft>
              <a:buClr>
                <a:schemeClr val="dk1"/>
              </a:buClr>
              <a:buSzPts val="1800"/>
              <a:buChar char="•"/>
              <a:defRPr/>
            </a:lvl2pPr>
            <a:lvl3pPr lvl="2" algn="l">
              <a:lnSpc>
                <a:spcPct val="90000"/>
              </a:lnSpc>
              <a:spcBef>
                <a:spcPts val="600"/>
              </a:spcBef>
              <a:spcAft>
                <a:spcPts val="0"/>
              </a:spcAft>
              <a:buClr>
                <a:schemeClr val="dk1"/>
              </a:buClr>
              <a:buSzPts val="1800"/>
              <a:buChar char="•"/>
              <a:defRPr/>
            </a:lvl3pPr>
            <a:lvl4pPr lvl="3" algn="l">
              <a:lnSpc>
                <a:spcPct val="90000"/>
              </a:lnSpc>
              <a:spcBef>
                <a:spcPts val="600"/>
              </a:spcBef>
              <a:spcAft>
                <a:spcPts val="0"/>
              </a:spcAft>
              <a:buClr>
                <a:schemeClr val="dk1"/>
              </a:buClr>
              <a:buSzPts val="1800"/>
              <a:buChar char="•"/>
              <a:defRPr/>
            </a:lvl4pPr>
            <a:lvl5pPr lvl="4" algn="l">
              <a:lnSpc>
                <a:spcPct val="90000"/>
              </a:lnSpc>
              <a:spcBef>
                <a:spcPts val="600"/>
              </a:spcBef>
              <a:spcAft>
                <a:spcPts val="0"/>
              </a:spcAft>
              <a:buClr>
                <a:schemeClr val="dk1"/>
              </a:buClr>
              <a:buSzPts val="1800"/>
              <a:buChar char="•"/>
              <a:defRPr/>
            </a:lvl5pPr>
            <a:lvl6pPr lvl="5" algn="l">
              <a:lnSpc>
                <a:spcPct val="90000"/>
              </a:lnSpc>
              <a:spcBef>
                <a:spcPts val="600"/>
              </a:spcBef>
              <a:spcAft>
                <a:spcPts val="0"/>
              </a:spcAft>
              <a:buClr>
                <a:schemeClr val="dk1"/>
              </a:buClr>
              <a:buSzPts val="1800"/>
              <a:buChar char="•"/>
              <a:defRPr/>
            </a:lvl6pPr>
            <a:lvl7pPr lvl="6" algn="l">
              <a:lnSpc>
                <a:spcPct val="90000"/>
              </a:lnSpc>
              <a:spcBef>
                <a:spcPts val="600"/>
              </a:spcBef>
              <a:spcAft>
                <a:spcPts val="0"/>
              </a:spcAft>
              <a:buClr>
                <a:schemeClr val="dk1"/>
              </a:buClr>
              <a:buSzPts val="1800"/>
              <a:buChar char="•"/>
              <a:defRPr/>
            </a:lvl7pPr>
            <a:lvl8pPr lvl="7" algn="l">
              <a:lnSpc>
                <a:spcPct val="90000"/>
              </a:lnSpc>
              <a:spcBef>
                <a:spcPts val="600"/>
              </a:spcBef>
              <a:spcAft>
                <a:spcPts val="0"/>
              </a:spcAft>
              <a:buClr>
                <a:schemeClr val="dk1"/>
              </a:buClr>
              <a:buSzPts val="1800"/>
              <a:buChar char="•"/>
              <a:defRPr/>
            </a:lvl8pPr>
            <a:lvl9pPr lvl="8" algn="l">
              <a:lnSpc>
                <a:spcPct val="90000"/>
              </a:lnSpc>
              <a:spcBef>
                <a:spcPts val="600"/>
              </a:spcBef>
              <a:spcAft>
                <a:spcPts val="0"/>
              </a:spcAft>
              <a:buClr>
                <a:schemeClr val="dk1"/>
              </a:buClr>
              <a:buSzPts val="1800"/>
              <a:buChar char="•"/>
              <a:defRPr/>
            </a:lvl9pPr>
          </a:lstStyle>
          <a:p>
            <a:r>
              <a:rPr lang="en-US"/>
              <a:t>Click to edit Master subtitle style</a:t>
            </a:r>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itle, 2 Content and Content">
    <p:spTree>
      <p:nvGrpSpPr>
        <p:cNvPr id="1" name="Shape 45"/>
        <p:cNvGrpSpPr/>
        <p:nvPr/>
      </p:nvGrpSpPr>
      <p:grpSpPr>
        <a:xfrm>
          <a:off x="0" y="0"/>
          <a:ext cx="0" cy="0"/>
          <a:chOff x="0" y="0"/>
          <a:chExt cx="0" cy="0"/>
        </a:xfrm>
      </p:grpSpPr>
      <p:sp>
        <p:nvSpPr>
          <p:cNvPr id="46" name="Google Shape;46;p17"/>
          <p:cNvSpPr txBox="1">
            <a:spLocks noGrp="1"/>
          </p:cNvSpPr>
          <p:nvPr>
            <p:ph type="title"/>
          </p:nvPr>
        </p:nvSpPr>
        <p:spPr>
          <a:xfrm>
            <a:off x="0" y="0"/>
            <a:ext cx="8777664" cy="1096848"/>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p>
        </p:txBody>
      </p:sp>
      <p:sp>
        <p:nvSpPr>
          <p:cNvPr id="47" name="Google Shape;47;p17"/>
          <p:cNvSpPr txBox="1">
            <a:spLocks noGrp="1"/>
          </p:cNvSpPr>
          <p:nvPr>
            <p:ph type="body" idx="1"/>
          </p:nvPr>
        </p:nvSpPr>
        <p:spPr>
          <a:xfrm>
            <a:off x="731520" y="1925424"/>
            <a:ext cx="6425280" cy="2276208"/>
          </a:xfrm>
          <a:prstGeom prst="rect">
            <a:avLst/>
          </a:prstGeom>
          <a:noFill/>
          <a:ln>
            <a:noFill/>
          </a:ln>
        </p:spPr>
        <p:txBody>
          <a:bodyPr spcFirstLastPara="1" wrap="square" lIns="0" tIns="0" rIns="0" bIns="0" anchor="t" anchorCtr="0">
            <a:normAutofit/>
          </a:bodyPr>
          <a:lstStyle>
            <a:lvl1pPr marL="548640" lvl="0" indent="-411480" algn="l">
              <a:lnSpc>
                <a:spcPct val="90000"/>
              </a:lnSpc>
              <a:spcBef>
                <a:spcPts val="1200"/>
              </a:spcBef>
              <a:spcAft>
                <a:spcPts val="0"/>
              </a:spcAft>
              <a:buClr>
                <a:schemeClr val="dk1"/>
              </a:buClr>
              <a:buSzPts val="1800"/>
              <a:buChar char="•"/>
              <a:defRPr/>
            </a:lvl1pPr>
            <a:lvl2pPr marL="1097280" lvl="1" indent="-411480" algn="l">
              <a:lnSpc>
                <a:spcPct val="90000"/>
              </a:lnSpc>
              <a:spcBef>
                <a:spcPts val="600"/>
              </a:spcBef>
              <a:spcAft>
                <a:spcPts val="0"/>
              </a:spcAft>
              <a:buClr>
                <a:schemeClr val="dk1"/>
              </a:buClr>
              <a:buSzPts val="1800"/>
              <a:buChar char="•"/>
              <a:defRPr/>
            </a:lvl2pPr>
            <a:lvl3pPr marL="1645920" lvl="2" indent="-411480" algn="l">
              <a:lnSpc>
                <a:spcPct val="90000"/>
              </a:lnSpc>
              <a:spcBef>
                <a:spcPts val="600"/>
              </a:spcBef>
              <a:spcAft>
                <a:spcPts val="0"/>
              </a:spcAft>
              <a:buClr>
                <a:schemeClr val="dk1"/>
              </a:buClr>
              <a:buSzPts val="1800"/>
              <a:buChar char="•"/>
              <a:defRPr/>
            </a:lvl3pPr>
            <a:lvl4pPr marL="2194560" lvl="3" indent="-411480" algn="l">
              <a:lnSpc>
                <a:spcPct val="90000"/>
              </a:lnSpc>
              <a:spcBef>
                <a:spcPts val="600"/>
              </a:spcBef>
              <a:spcAft>
                <a:spcPts val="0"/>
              </a:spcAft>
              <a:buClr>
                <a:schemeClr val="dk1"/>
              </a:buClr>
              <a:buSzPts val="1800"/>
              <a:buChar char="•"/>
              <a:defRPr/>
            </a:lvl4pPr>
            <a:lvl5pPr marL="2743200" lvl="4" indent="-411480" algn="l">
              <a:lnSpc>
                <a:spcPct val="90000"/>
              </a:lnSpc>
              <a:spcBef>
                <a:spcPts val="600"/>
              </a:spcBef>
              <a:spcAft>
                <a:spcPts val="0"/>
              </a:spcAft>
              <a:buClr>
                <a:schemeClr val="dk1"/>
              </a:buClr>
              <a:buSzPts val="1800"/>
              <a:buChar char="•"/>
              <a:defRPr/>
            </a:lvl5pPr>
            <a:lvl6pPr marL="3291840" lvl="5" indent="-411480" algn="l">
              <a:lnSpc>
                <a:spcPct val="90000"/>
              </a:lnSpc>
              <a:spcBef>
                <a:spcPts val="600"/>
              </a:spcBef>
              <a:spcAft>
                <a:spcPts val="0"/>
              </a:spcAft>
              <a:buClr>
                <a:schemeClr val="dk1"/>
              </a:buClr>
              <a:buSzPts val="1800"/>
              <a:buChar char="•"/>
              <a:defRPr/>
            </a:lvl6pPr>
            <a:lvl7pPr marL="3840480" lvl="6" indent="-411480" algn="l">
              <a:lnSpc>
                <a:spcPct val="90000"/>
              </a:lnSpc>
              <a:spcBef>
                <a:spcPts val="600"/>
              </a:spcBef>
              <a:spcAft>
                <a:spcPts val="0"/>
              </a:spcAft>
              <a:buClr>
                <a:schemeClr val="dk1"/>
              </a:buClr>
              <a:buSzPts val="1800"/>
              <a:buChar char="•"/>
              <a:defRPr/>
            </a:lvl7pPr>
            <a:lvl8pPr marL="4389120" lvl="7" indent="-411480" algn="l">
              <a:lnSpc>
                <a:spcPct val="90000"/>
              </a:lnSpc>
              <a:spcBef>
                <a:spcPts val="600"/>
              </a:spcBef>
              <a:spcAft>
                <a:spcPts val="0"/>
              </a:spcAft>
              <a:buClr>
                <a:schemeClr val="dk1"/>
              </a:buClr>
              <a:buSzPts val="1800"/>
              <a:buChar char="•"/>
              <a:defRPr/>
            </a:lvl8pPr>
            <a:lvl9pPr marL="4937760" lvl="8" indent="-411480" algn="l">
              <a:lnSpc>
                <a:spcPct val="90000"/>
              </a:lnSpc>
              <a:spcBef>
                <a:spcPts val="600"/>
              </a:spcBef>
              <a:spcAft>
                <a:spcPts val="0"/>
              </a:spcAft>
              <a:buClr>
                <a:schemeClr val="dk1"/>
              </a:buClr>
              <a:buSzPts val="1800"/>
              <a:buChar char="•"/>
              <a:defRPr/>
            </a:lvl9pPr>
          </a:lstStyle>
          <a:p>
            <a:pPr lvl="0"/>
            <a:r>
              <a:rPr lang="en-US"/>
              <a:t>Click to edit Master text styles</a:t>
            </a:r>
          </a:p>
        </p:txBody>
      </p:sp>
      <p:sp>
        <p:nvSpPr>
          <p:cNvPr id="48" name="Google Shape;48;p17"/>
          <p:cNvSpPr txBox="1">
            <a:spLocks noGrp="1"/>
          </p:cNvSpPr>
          <p:nvPr>
            <p:ph type="body" idx="2"/>
          </p:nvPr>
        </p:nvSpPr>
        <p:spPr>
          <a:xfrm>
            <a:off x="7478784" y="1925424"/>
            <a:ext cx="6425280" cy="4772736"/>
          </a:xfrm>
          <a:prstGeom prst="rect">
            <a:avLst/>
          </a:prstGeom>
          <a:noFill/>
          <a:ln>
            <a:noFill/>
          </a:ln>
        </p:spPr>
        <p:txBody>
          <a:bodyPr spcFirstLastPara="1" wrap="square" lIns="0" tIns="0" rIns="0" bIns="0" anchor="t" anchorCtr="0">
            <a:normAutofit/>
          </a:bodyPr>
          <a:lstStyle>
            <a:lvl1pPr marL="548640" lvl="0" indent="-411480" algn="l">
              <a:lnSpc>
                <a:spcPct val="90000"/>
              </a:lnSpc>
              <a:spcBef>
                <a:spcPts val="1200"/>
              </a:spcBef>
              <a:spcAft>
                <a:spcPts val="0"/>
              </a:spcAft>
              <a:buClr>
                <a:schemeClr val="dk1"/>
              </a:buClr>
              <a:buSzPts val="1800"/>
              <a:buChar char="•"/>
              <a:defRPr/>
            </a:lvl1pPr>
            <a:lvl2pPr marL="1097280" lvl="1" indent="-411480" algn="l">
              <a:lnSpc>
                <a:spcPct val="90000"/>
              </a:lnSpc>
              <a:spcBef>
                <a:spcPts val="600"/>
              </a:spcBef>
              <a:spcAft>
                <a:spcPts val="0"/>
              </a:spcAft>
              <a:buClr>
                <a:schemeClr val="dk1"/>
              </a:buClr>
              <a:buSzPts val="1800"/>
              <a:buChar char="•"/>
              <a:defRPr/>
            </a:lvl2pPr>
            <a:lvl3pPr marL="1645920" lvl="2" indent="-411480" algn="l">
              <a:lnSpc>
                <a:spcPct val="90000"/>
              </a:lnSpc>
              <a:spcBef>
                <a:spcPts val="600"/>
              </a:spcBef>
              <a:spcAft>
                <a:spcPts val="0"/>
              </a:spcAft>
              <a:buClr>
                <a:schemeClr val="dk1"/>
              </a:buClr>
              <a:buSzPts val="1800"/>
              <a:buChar char="•"/>
              <a:defRPr/>
            </a:lvl3pPr>
            <a:lvl4pPr marL="2194560" lvl="3" indent="-411480" algn="l">
              <a:lnSpc>
                <a:spcPct val="90000"/>
              </a:lnSpc>
              <a:spcBef>
                <a:spcPts val="600"/>
              </a:spcBef>
              <a:spcAft>
                <a:spcPts val="0"/>
              </a:spcAft>
              <a:buClr>
                <a:schemeClr val="dk1"/>
              </a:buClr>
              <a:buSzPts val="1800"/>
              <a:buChar char="•"/>
              <a:defRPr/>
            </a:lvl4pPr>
            <a:lvl5pPr marL="2743200" lvl="4" indent="-411480" algn="l">
              <a:lnSpc>
                <a:spcPct val="90000"/>
              </a:lnSpc>
              <a:spcBef>
                <a:spcPts val="600"/>
              </a:spcBef>
              <a:spcAft>
                <a:spcPts val="0"/>
              </a:spcAft>
              <a:buClr>
                <a:schemeClr val="dk1"/>
              </a:buClr>
              <a:buSzPts val="1800"/>
              <a:buChar char="•"/>
              <a:defRPr/>
            </a:lvl5pPr>
            <a:lvl6pPr marL="3291840" lvl="5" indent="-411480" algn="l">
              <a:lnSpc>
                <a:spcPct val="90000"/>
              </a:lnSpc>
              <a:spcBef>
                <a:spcPts val="600"/>
              </a:spcBef>
              <a:spcAft>
                <a:spcPts val="0"/>
              </a:spcAft>
              <a:buClr>
                <a:schemeClr val="dk1"/>
              </a:buClr>
              <a:buSzPts val="1800"/>
              <a:buChar char="•"/>
              <a:defRPr/>
            </a:lvl6pPr>
            <a:lvl7pPr marL="3840480" lvl="6" indent="-411480" algn="l">
              <a:lnSpc>
                <a:spcPct val="90000"/>
              </a:lnSpc>
              <a:spcBef>
                <a:spcPts val="600"/>
              </a:spcBef>
              <a:spcAft>
                <a:spcPts val="0"/>
              </a:spcAft>
              <a:buClr>
                <a:schemeClr val="dk1"/>
              </a:buClr>
              <a:buSzPts val="1800"/>
              <a:buChar char="•"/>
              <a:defRPr/>
            </a:lvl7pPr>
            <a:lvl8pPr marL="4389120" lvl="7" indent="-411480" algn="l">
              <a:lnSpc>
                <a:spcPct val="90000"/>
              </a:lnSpc>
              <a:spcBef>
                <a:spcPts val="600"/>
              </a:spcBef>
              <a:spcAft>
                <a:spcPts val="0"/>
              </a:spcAft>
              <a:buClr>
                <a:schemeClr val="dk1"/>
              </a:buClr>
              <a:buSzPts val="1800"/>
              <a:buChar char="•"/>
              <a:defRPr/>
            </a:lvl8pPr>
            <a:lvl9pPr marL="4937760" lvl="8" indent="-411480" algn="l">
              <a:lnSpc>
                <a:spcPct val="90000"/>
              </a:lnSpc>
              <a:spcBef>
                <a:spcPts val="600"/>
              </a:spcBef>
              <a:spcAft>
                <a:spcPts val="0"/>
              </a:spcAft>
              <a:buClr>
                <a:schemeClr val="dk1"/>
              </a:buClr>
              <a:buSzPts val="1800"/>
              <a:buChar char="•"/>
              <a:defRPr/>
            </a:lvl9pPr>
          </a:lstStyle>
          <a:p>
            <a:pPr lvl="0"/>
            <a:r>
              <a:rPr lang="en-US"/>
              <a:t>Click to edit Master text styles</a:t>
            </a:r>
          </a:p>
        </p:txBody>
      </p:sp>
      <p:sp>
        <p:nvSpPr>
          <p:cNvPr id="49" name="Google Shape;49;p17"/>
          <p:cNvSpPr txBox="1">
            <a:spLocks noGrp="1"/>
          </p:cNvSpPr>
          <p:nvPr>
            <p:ph type="body" idx="3"/>
          </p:nvPr>
        </p:nvSpPr>
        <p:spPr>
          <a:xfrm>
            <a:off x="731520" y="4418496"/>
            <a:ext cx="6425280" cy="2276208"/>
          </a:xfrm>
          <a:prstGeom prst="rect">
            <a:avLst/>
          </a:prstGeom>
          <a:noFill/>
          <a:ln>
            <a:noFill/>
          </a:ln>
        </p:spPr>
        <p:txBody>
          <a:bodyPr spcFirstLastPara="1" wrap="square" lIns="0" tIns="0" rIns="0" bIns="0" anchor="t" anchorCtr="0">
            <a:normAutofit/>
          </a:bodyPr>
          <a:lstStyle>
            <a:lvl1pPr marL="548640" lvl="0" indent="-411480" algn="l">
              <a:lnSpc>
                <a:spcPct val="90000"/>
              </a:lnSpc>
              <a:spcBef>
                <a:spcPts val="1200"/>
              </a:spcBef>
              <a:spcAft>
                <a:spcPts val="0"/>
              </a:spcAft>
              <a:buClr>
                <a:schemeClr val="dk1"/>
              </a:buClr>
              <a:buSzPts val="1800"/>
              <a:buChar char="•"/>
              <a:defRPr/>
            </a:lvl1pPr>
            <a:lvl2pPr marL="1097280" lvl="1" indent="-411480" algn="l">
              <a:lnSpc>
                <a:spcPct val="90000"/>
              </a:lnSpc>
              <a:spcBef>
                <a:spcPts val="600"/>
              </a:spcBef>
              <a:spcAft>
                <a:spcPts val="0"/>
              </a:spcAft>
              <a:buClr>
                <a:schemeClr val="dk1"/>
              </a:buClr>
              <a:buSzPts val="1800"/>
              <a:buChar char="•"/>
              <a:defRPr/>
            </a:lvl2pPr>
            <a:lvl3pPr marL="1645920" lvl="2" indent="-411480" algn="l">
              <a:lnSpc>
                <a:spcPct val="90000"/>
              </a:lnSpc>
              <a:spcBef>
                <a:spcPts val="600"/>
              </a:spcBef>
              <a:spcAft>
                <a:spcPts val="0"/>
              </a:spcAft>
              <a:buClr>
                <a:schemeClr val="dk1"/>
              </a:buClr>
              <a:buSzPts val="1800"/>
              <a:buChar char="•"/>
              <a:defRPr/>
            </a:lvl3pPr>
            <a:lvl4pPr marL="2194560" lvl="3" indent="-411480" algn="l">
              <a:lnSpc>
                <a:spcPct val="90000"/>
              </a:lnSpc>
              <a:spcBef>
                <a:spcPts val="600"/>
              </a:spcBef>
              <a:spcAft>
                <a:spcPts val="0"/>
              </a:spcAft>
              <a:buClr>
                <a:schemeClr val="dk1"/>
              </a:buClr>
              <a:buSzPts val="1800"/>
              <a:buChar char="•"/>
              <a:defRPr/>
            </a:lvl4pPr>
            <a:lvl5pPr marL="2743200" lvl="4" indent="-411480" algn="l">
              <a:lnSpc>
                <a:spcPct val="90000"/>
              </a:lnSpc>
              <a:spcBef>
                <a:spcPts val="600"/>
              </a:spcBef>
              <a:spcAft>
                <a:spcPts val="0"/>
              </a:spcAft>
              <a:buClr>
                <a:schemeClr val="dk1"/>
              </a:buClr>
              <a:buSzPts val="1800"/>
              <a:buChar char="•"/>
              <a:defRPr/>
            </a:lvl5pPr>
            <a:lvl6pPr marL="3291840" lvl="5" indent="-411480" algn="l">
              <a:lnSpc>
                <a:spcPct val="90000"/>
              </a:lnSpc>
              <a:spcBef>
                <a:spcPts val="600"/>
              </a:spcBef>
              <a:spcAft>
                <a:spcPts val="0"/>
              </a:spcAft>
              <a:buClr>
                <a:schemeClr val="dk1"/>
              </a:buClr>
              <a:buSzPts val="1800"/>
              <a:buChar char="•"/>
              <a:defRPr/>
            </a:lvl6pPr>
            <a:lvl7pPr marL="3840480" lvl="6" indent="-411480" algn="l">
              <a:lnSpc>
                <a:spcPct val="90000"/>
              </a:lnSpc>
              <a:spcBef>
                <a:spcPts val="600"/>
              </a:spcBef>
              <a:spcAft>
                <a:spcPts val="0"/>
              </a:spcAft>
              <a:buClr>
                <a:schemeClr val="dk1"/>
              </a:buClr>
              <a:buSzPts val="1800"/>
              <a:buChar char="•"/>
              <a:defRPr/>
            </a:lvl7pPr>
            <a:lvl8pPr marL="4389120" lvl="7" indent="-411480" algn="l">
              <a:lnSpc>
                <a:spcPct val="90000"/>
              </a:lnSpc>
              <a:spcBef>
                <a:spcPts val="600"/>
              </a:spcBef>
              <a:spcAft>
                <a:spcPts val="0"/>
              </a:spcAft>
              <a:buClr>
                <a:schemeClr val="dk1"/>
              </a:buClr>
              <a:buSzPts val="1800"/>
              <a:buChar char="•"/>
              <a:defRPr/>
            </a:lvl8pPr>
            <a:lvl9pPr marL="4937760" lvl="8" indent="-411480" algn="l">
              <a:lnSpc>
                <a:spcPct val="90000"/>
              </a:lnSpc>
              <a:spcBef>
                <a:spcPts val="600"/>
              </a:spcBef>
              <a:spcAft>
                <a:spcPts val="0"/>
              </a:spcAft>
              <a:buClr>
                <a:schemeClr val="dk1"/>
              </a:buClr>
              <a:buSzPts val="1800"/>
              <a:buChar char="•"/>
              <a:defRPr/>
            </a:lvl9pPr>
          </a:lstStyle>
          <a:p>
            <a:pPr lvl="0"/>
            <a:r>
              <a:rPr lang="en-US"/>
              <a:t>Click to edit Master text styles</a:t>
            </a:r>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Title Content and 2 Content">
    <p:spTree>
      <p:nvGrpSpPr>
        <p:cNvPr id="1" name="Shape 50"/>
        <p:cNvGrpSpPr/>
        <p:nvPr/>
      </p:nvGrpSpPr>
      <p:grpSpPr>
        <a:xfrm>
          <a:off x="0" y="0"/>
          <a:ext cx="0" cy="0"/>
          <a:chOff x="0" y="0"/>
          <a:chExt cx="0" cy="0"/>
        </a:xfrm>
      </p:grpSpPr>
      <p:sp>
        <p:nvSpPr>
          <p:cNvPr id="51" name="Google Shape;51;p18"/>
          <p:cNvSpPr txBox="1">
            <a:spLocks noGrp="1"/>
          </p:cNvSpPr>
          <p:nvPr>
            <p:ph type="title"/>
          </p:nvPr>
        </p:nvSpPr>
        <p:spPr>
          <a:xfrm>
            <a:off x="0" y="0"/>
            <a:ext cx="8777664" cy="1096848"/>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p>
        </p:txBody>
      </p:sp>
      <p:sp>
        <p:nvSpPr>
          <p:cNvPr id="52" name="Google Shape;52;p18"/>
          <p:cNvSpPr txBox="1">
            <a:spLocks noGrp="1"/>
          </p:cNvSpPr>
          <p:nvPr>
            <p:ph type="body" idx="1"/>
          </p:nvPr>
        </p:nvSpPr>
        <p:spPr>
          <a:xfrm>
            <a:off x="731520" y="1925424"/>
            <a:ext cx="6425280" cy="4772736"/>
          </a:xfrm>
          <a:prstGeom prst="rect">
            <a:avLst/>
          </a:prstGeom>
          <a:noFill/>
          <a:ln>
            <a:noFill/>
          </a:ln>
        </p:spPr>
        <p:txBody>
          <a:bodyPr spcFirstLastPara="1" wrap="square" lIns="0" tIns="0" rIns="0" bIns="0" anchor="t" anchorCtr="0">
            <a:normAutofit/>
          </a:bodyPr>
          <a:lstStyle>
            <a:lvl1pPr marL="548640" lvl="0" indent="-411480" algn="l">
              <a:lnSpc>
                <a:spcPct val="90000"/>
              </a:lnSpc>
              <a:spcBef>
                <a:spcPts val="1200"/>
              </a:spcBef>
              <a:spcAft>
                <a:spcPts val="0"/>
              </a:spcAft>
              <a:buClr>
                <a:schemeClr val="dk1"/>
              </a:buClr>
              <a:buSzPts val="1800"/>
              <a:buChar char="•"/>
              <a:defRPr/>
            </a:lvl1pPr>
            <a:lvl2pPr marL="1097280" lvl="1" indent="-411480" algn="l">
              <a:lnSpc>
                <a:spcPct val="90000"/>
              </a:lnSpc>
              <a:spcBef>
                <a:spcPts val="600"/>
              </a:spcBef>
              <a:spcAft>
                <a:spcPts val="0"/>
              </a:spcAft>
              <a:buClr>
                <a:schemeClr val="dk1"/>
              </a:buClr>
              <a:buSzPts val="1800"/>
              <a:buChar char="•"/>
              <a:defRPr/>
            </a:lvl2pPr>
            <a:lvl3pPr marL="1645920" lvl="2" indent="-411480" algn="l">
              <a:lnSpc>
                <a:spcPct val="90000"/>
              </a:lnSpc>
              <a:spcBef>
                <a:spcPts val="600"/>
              </a:spcBef>
              <a:spcAft>
                <a:spcPts val="0"/>
              </a:spcAft>
              <a:buClr>
                <a:schemeClr val="dk1"/>
              </a:buClr>
              <a:buSzPts val="1800"/>
              <a:buChar char="•"/>
              <a:defRPr/>
            </a:lvl3pPr>
            <a:lvl4pPr marL="2194560" lvl="3" indent="-411480" algn="l">
              <a:lnSpc>
                <a:spcPct val="90000"/>
              </a:lnSpc>
              <a:spcBef>
                <a:spcPts val="600"/>
              </a:spcBef>
              <a:spcAft>
                <a:spcPts val="0"/>
              </a:spcAft>
              <a:buClr>
                <a:schemeClr val="dk1"/>
              </a:buClr>
              <a:buSzPts val="1800"/>
              <a:buChar char="•"/>
              <a:defRPr/>
            </a:lvl4pPr>
            <a:lvl5pPr marL="2743200" lvl="4" indent="-411480" algn="l">
              <a:lnSpc>
                <a:spcPct val="90000"/>
              </a:lnSpc>
              <a:spcBef>
                <a:spcPts val="600"/>
              </a:spcBef>
              <a:spcAft>
                <a:spcPts val="0"/>
              </a:spcAft>
              <a:buClr>
                <a:schemeClr val="dk1"/>
              </a:buClr>
              <a:buSzPts val="1800"/>
              <a:buChar char="•"/>
              <a:defRPr/>
            </a:lvl5pPr>
            <a:lvl6pPr marL="3291840" lvl="5" indent="-411480" algn="l">
              <a:lnSpc>
                <a:spcPct val="90000"/>
              </a:lnSpc>
              <a:spcBef>
                <a:spcPts val="600"/>
              </a:spcBef>
              <a:spcAft>
                <a:spcPts val="0"/>
              </a:spcAft>
              <a:buClr>
                <a:schemeClr val="dk1"/>
              </a:buClr>
              <a:buSzPts val="1800"/>
              <a:buChar char="•"/>
              <a:defRPr/>
            </a:lvl6pPr>
            <a:lvl7pPr marL="3840480" lvl="6" indent="-411480" algn="l">
              <a:lnSpc>
                <a:spcPct val="90000"/>
              </a:lnSpc>
              <a:spcBef>
                <a:spcPts val="600"/>
              </a:spcBef>
              <a:spcAft>
                <a:spcPts val="0"/>
              </a:spcAft>
              <a:buClr>
                <a:schemeClr val="dk1"/>
              </a:buClr>
              <a:buSzPts val="1800"/>
              <a:buChar char="•"/>
              <a:defRPr/>
            </a:lvl7pPr>
            <a:lvl8pPr marL="4389120" lvl="7" indent="-411480" algn="l">
              <a:lnSpc>
                <a:spcPct val="90000"/>
              </a:lnSpc>
              <a:spcBef>
                <a:spcPts val="600"/>
              </a:spcBef>
              <a:spcAft>
                <a:spcPts val="0"/>
              </a:spcAft>
              <a:buClr>
                <a:schemeClr val="dk1"/>
              </a:buClr>
              <a:buSzPts val="1800"/>
              <a:buChar char="•"/>
              <a:defRPr/>
            </a:lvl8pPr>
            <a:lvl9pPr marL="4937760" lvl="8" indent="-411480" algn="l">
              <a:lnSpc>
                <a:spcPct val="90000"/>
              </a:lnSpc>
              <a:spcBef>
                <a:spcPts val="600"/>
              </a:spcBef>
              <a:spcAft>
                <a:spcPts val="0"/>
              </a:spcAft>
              <a:buClr>
                <a:schemeClr val="dk1"/>
              </a:buClr>
              <a:buSzPts val="1800"/>
              <a:buChar char="•"/>
              <a:defRPr/>
            </a:lvl9pPr>
          </a:lstStyle>
          <a:p>
            <a:pPr lvl="0"/>
            <a:r>
              <a:rPr lang="en-US"/>
              <a:t>Click to edit Master text styles</a:t>
            </a:r>
          </a:p>
        </p:txBody>
      </p:sp>
      <p:sp>
        <p:nvSpPr>
          <p:cNvPr id="53" name="Google Shape;53;p18"/>
          <p:cNvSpPr txBox="1">
            <a:spLocks noGrp="1"/>
          </p:cNvSpPr>
          <p:nvPr>
            <p:ph type="body" idx="2"/>
          </p:nvPr>
        </p:nvSpPr>
        <p:spPr>
          <a:xfrm>
            <a:off x="7478784" y="1925424"/>
            <a:ext cx="6425280" cy="2276208"/>
          </a:xfrm>
          <a:prstGeom prst="rect">
            <a:avLst/>
          </a:prstGeom>
          <a:noFill/>
          <a:ln>
            <a:noFill/>
          </a:ln>
        </p:spPr>
        <p:txBody>
          <a:bodyPr spcFirstLastPara="1" wrap="square" lIns="0" tIns="0" rIns="0" bIns="0" anchor="t" anchorCtr="0">
            <a:normAutofit/>
          </a:bodyPr>
          <a:lstStyle>
            <a:lvl1pPr marL="548640" lvl="0" indent="-411480" algn="l">
              <a:lnSpc>
                <a:spcPct val="90000"/>
              </a:lnSpc>
              <a:spcBef>
                <a:spcPts val="1200"/>
              </a:spcBef>
              <a:spcAft>
                <a:spcPts val="0"/>
              </a:spcAft>
              <a:buClr>
                <a:schemeClr val="dk1"/>
              </a:buClr>
              <a:buSzPts val="1800"/>
              <a:buChar char="•"/>
              <a:defRPr/>
            </a:lvl1pPr>
            <a:lvl2pPr marL="1097280" lvl="1" indent="-411480" algn="l">
              <a:lnSpc>
                <a:spcPct val="90000"/>
              </a:lnSpc>
              <a:spcBef>
                <a:spcPts val="600"/>
              </a:spcBef>
              <a:spcAft>
                <a:spcPts val="0"/>
              </a:spcAft>
              <a:buClr>
                <a:schemeClr val="dk1"/>
              </a:buClr>
              <a:buSzPts val="1800"/>
              <a:buChar char="•"/>
              <a:defRPr/>
            </a:lvl2pPr>
            <a:lvl3pPr marL="1645920" lvl="2" indent="-411480" algn="l">
              <a:lnSpc>
                <a:spcPct val="90000"/>
              </a:lnSpc>
              <a:spcBef>
                <a:spcPts val="600"/>
              </a:spcBef>
              <a:spcAft>
                <a:spcPts val="0"/>
              </a:spcAft>
              <a:buClr>
                <a:schemeClr val="dk1"/>
              </a:buClr>
              <a:buSzPts val="1800"/>
              <a:buChar char="•"/>
              <a:defRPr/>
            </a:lvl3pPr>
            <a:lvl4pPr marL="2194560" lvl="3" indent="-411480" algn="l">
              <a:lnSpc>
                <a:spcPct val="90000"/>
              </a:lnSpc>
              <a:spcBef>
                <a:spcPts val="600"/>
              </a:spcBef>
              <a:spcAft>
                <a:spcPts val="0"/>
              </a:spcAft>
              <a:buClr>
                <a:schemeClr val="dk1"/>
              </a:buClr>
              <a:buSzPts val="1800"/>
              <a:buChar char="•"/>
              <a:defRPr/>
            </a:lvl4pPr>
            <a:lvl5pPr marL="2743200" lvl="4" indent="-411480" algn="l">
              <a:lnSpc>
                <a:spcPct val="90000"/>
              </a:lnSpc>
              <a:spcBef>
                <a:spcPts val="600"/>
              </a:spcBef>
              <a:spcAft>
                <a:spcPts val="0"/>
              </a:spcAft>
              <a:buClr>
                <a:schemeClr val="dk1"/>
              </a:buClr>
              <a:buSzPts val="1800"/>
              <a:buChar char="•"/>
              <a:defRPr/>
            </a:lvl5pPr>
            <a:lvl6pPr marL="3291840" lvl="5" indent="-411480" algn="l">
              <a:lnSpc>
                <a:spcPct val="90000"/>
              </a:lnSpc>
              <a:spcBef>
                <a:spcPts val="600"/>
              </a:spcBef>
              <a:spcAft>
                <a:spcPts val="0"/>
              </a:spcAft>
              <a:buClr>
                <a:schemeClr val="dk1"/>
              </a:buClr>
              <a:buSzPts val="1800"/>
              <a:buChar char="•"/>
              <a:defRPr/>
            </a:lvl6pPr>
            <a:lvl7pPr marL="3840480" lvl="6" indent="-411480" algn="l">
              <a:lnSpc>
                <a:spcPct val="90000"/>
              </a:lnSpc>
              <a:spcBef>
                <a:spcPts val="600"/>
              </a:spcBef>
              <a:spcAft>
                <a:spcPts val="0"/>
              </a:spcAft>
              <a:buClr>
                <a:schemeClr val="dk1"/>
              </a:buClr>
              <a:buSzPts val="1800"/>
              <a:buChar char="•"/>
              <a:defRPr/>
            </a:lvl7pPr>
            <a:lvl8pPr marL="4389120" lvl="7" indent="-411480" algn="l">
              <a:lnSpc>
                <a:spcPct val="90000"/>
              </a:lnSpc>
              <a:spcBef>
                <a:spcPts val="600"/>
              </a:spcBef>
              <a:spcAft>
                <a:spcPts val="0"/>
              </a:spcAft>
              <a:buClr>
                <a:schemeClr val="dk1"/>
              </a:buClr>
              <a:buSzPts val="1800"/>
              <a:buChar char="•"/>
              <a:defRPr/>
            </a:lvl8pPr>
            <a:lvl9pPr marL="4937760" lvl="8" indent="-411480" algn="l">
              <a:lnSpc>
                <a:spcPct val="90000"/>
              </a:lnSpc>
              <a:spcBef>
                <a:spcPts val="600"/>
              </a:spcBef>
              <a:spcAft>
                <a:spcPts val="0"/>
              </a:spcAft>
              <a:buClr>
                <a:schemeClr val="dk1"/>
              </a:buClr>
              <a:buSzPts val="1800"/>
              <a:buChar char="•"/>
              <a:defRPr/>
            </a:lvl9pPr>
          </a:lstStyle>
          <a:p>
            <a:pPr lvl="0"/>
            <a:r>
              <a:rPr lang="en-US"/>
              <a:t>Click to edit Master text styles</a:t>
            </a:r>
          </a:p>
        </p:txBody>
      </p:sp>
      <p:sp>
        <p:nvSpPr>
          <p:cNvPr id="54" name="Google Shape;54;p18"/>
          <p:cNvSpPr txBox="1">
            <a:spLocks noGrp="1"/>
          </p:cNvSpPr>
          <p:nvPr>
            <p:ph type="body" idx="3"/>
          </p:nvPr>
        </p:nvSpPr>
        <p:spPr>
          <a:xfrm>
            <a:off x="7478784" y="4418496"/>
            <a:ext cx="6425280" cy="2276208"/>
          </a:xfrm>
          <a:prstGeom prst="rect">
            <a:avLst/>
          </a:prstGeom>
          <a:noFill/>
          <a:ln>
            <a:noFill/>
          </a:ln>
        </p:spPr>
        <p:txBody>
          <a:bodyPr spcFirstLastPara="1" wrap="square" lIns="0" tIns="0" rIns="0" bIns="0" anchor="t" anchorCtr="0">
            <a:normAutofit/>
          </a:bodyPr>
          <a:lstStyle>
            <a:lvl1pPr marL="548640" lvl="0" indent="-411480" algn="l">
              <a:lnSpc>
                <a:spcPct val="90000"/>
              </a:lnSpc>
              <a:spcBef>
                <a:spcPts val="1200"/>
              </a:spcBef>
              <a:spcAft>
                <a:spcPts val="0"/>
              </a:spcAft>
              <a:buClr>
                <a:schemeClr val="dk1"/>
              </a:buClr>
              <a:buSzPts val="1800"/>
              <a:buChar char="•"/>
              <a:defRPr/>
            </a:lvl1pPr>
            <a:lvl2pPr marL="1097280" lvl="1" indent="-411480" algn="l">
              <a:lnSpc>
                <a:spcPct val="90000"/>
              </a:lnSpc>
              <a:spcBef>
                <a:spcPts val="600"/>
              </a:spcBef>
              <a:spcAft>
                <a:spcPts val="0"/>
              </a:spcAft>
              <a:buClr>
                <a:schemeClr val="dk1"/>
              </a:buClr>
              <a:buSzPts val="1800"/>
              <a:buChar char="•"/>
              <a:defRPr/>
            </a:lvl2pPr>
            <a:lvl3pPr marL="1645920" lvl="2" indent="-411480" algn="l">
              <a:lnSpc>
                <a:spcPct val="90000"/>
              </a:lnSpc>
              <a:spcBef>
                <a:spcPts val="600"/>
              </a:spcBef>
              <a:spcAft>
                <a:spcPts val="0"/>
              </a:spcAft>
              <a:buClr>
                <a:schemeClr val="dk1"/>
              </a:buClr>
              <a:buSzPts val="1800"/>
              <a:buChar char="•"/>
              <a:defRPr/>
            </a:lvl3pPr>
            <a:lvl4pPr marL="2194560" lvl="3" indent="-411480" algn="l">
              <a:lnSpc>
                <a:spcPct val="90000"/>
              </a:lnSpc>
              <a:spcBef>
                <a:spcPts val="600"/>
              </a:spcBef>
              <a:spcAft>
                <a:spcPts val="0"/>
              </a:spcAft>
              <a:buClr>
                <a:schemeClr val="dk1"/>
              </a:buClr>
              <a:buSzPts val="1800"/>
              <a:buChar char="•"/>
              <a:defRPr/>
            </a:lvl4pPr>
            <a:lvl5pPr marL="2743200" lvl="4" indent="-411480" algn="l">
              <a:lnSpc>
                <a:spcPct val="90000"/>
              </a:lnSpc>
              <a:spcBef>
                <a:spcPts val="600"/>
              </a:spcBef>
              <a:spcAft>
                <a:spcPts val="0"/>
              </a:spcAft>
              <a:buClr>
                <a:schemeClr val="dk1"/>
              </a:buClr>
              <a:buSzPts val="1800"/>
              <a:buChar char="•"/>
              <a:defRPr/>
            </a:lvl5pPr>
            <a:lvl6pPr marL="3291840" lvl="5" indent="-411480" algn="l">
              <a:lnSpc>
                <a:spcPct val="90000"/>
              </a:lnSpc>
              <a:spcBef>
                <a:spcPts val="600"/>
              </a:spcBef>
              <a:spcAft>
                <a:spcPts val="0"/>
              </a:spcAft>
              <a:buClr>
                <a:schemeClr val="dk1"/>
              </a:buClr>
              <a:buSzPts val="1800"/>
              <a:buChar char="•"/>
              <a:defRPr/>
            </a:lvl6pPr>
            <a:lvl7pPr marL="3840480" lvl="6" indent="-411480" algn="l">
              <a:lnSpc>
                <a:spcPct val="90000"/>
              </a:lnSpc>
              <a:spcBef>
                <a:spcPts val="600"/>
              </a:spcBef>
              <a:spcAft>
                <a:spcPts val="0"/>
              </a:spcAft>
              <a:buClr>
                <a:schemeClr val="dk1"/>
              </a:buClr>
              <a:buSzPts val="1800"/>
              <a:buChar char="•"/>
              <a:defRPr/>
            </a:lvl7pPr>
            <a:lvl8pPr marL="4389120" lvl="7" indent="-411480" algn="l">
              <a:lnSpc>
                <a:spcPct val="90000"/>
              </a:lnSpc>
              <a:spcBef>
                <a:spcPts val="600"/>
              </a:spcBef>
              <a:spcAft>
                <a:spcPts val="0"/>
              </a:spcAft>
              <a:buClr>
                <a:schemeClr val="dk1"/>
              </a:buClr>
              <a:buSzPts val="1800"/>
              <a:buChar char="•"/>
              <a:defRPr/>
            </a:lvl8pPr>
            <a:lvl9pPr marL="4937760" lvl="8" indent="-411480" algn="l">
              <a:lnSpc>
                <a:spcPct val="90000"/>
              </a:lnSpc>
              <a:spcBef>
                <a:spcPts val="600"/>
              </a:spcBef>
              <a:spcAft>
                <a:spcPts val="0"/>
              </a:spcAft>
              <a:buClr>
                <a:schemeClr val="dk1"/>
              </a:buClr>
              <a:buSzPts val="1800"/>
              <a:buChar char="•"/>
              <a:defRPr/>
            </a:lvl9pPr>
          </a:lstStyle>
          <a:p>
            <a:pPr lvl="0"/>
            <a:r>
              <a:rPr lang="en-US"/>
              <a:t>Click to edit Master text styles</a:t>
            </a:r>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itle, 2 Content over Content">
    <p:spTree>
      <p:nvGrpSpPr>
        <p:cNvPr id="1" name="Shape 55"/>
        <p:cNvGrpSpPr/>
        <p:nvPr/>
      </p:nvGrpSpPr>
      <p:grpSpPr>
        <a:xfrm>
          <a:off x="0" y="0"/>
          <a:ext cx="0" cy="0"/>
          <a:chOff x="0" y="0"/>
          <a:chExt cx="0" cy="0"/>
        </a:xfrm>
      </p:grpSpPr>
      <p:sp>
        <p:nvSpPr>
          <p:cNvPr id="56" name="Google Shape;56;p19"/>
          <p:cNvSpPr txBox="1">
            <a:spLocks noGrp="1"/>
          </p:cNvSpPr>
          <p:nvPr>
            <p:ph type="title"/>
          </p:nvPr>
        </p:nvSpPr>
        <p:spPr>
          <a:xfrm>
            <a:off x="0" y="0"/>
            <a:ext cx="8777664" cy="1096848"/>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p>
        </p:txBody>
      </p:sp>
      <p:sp>
        <p:nvSpPr>
          <p:cNvPr id="57" name="Google Shape;57;p19"/>
          <p:cNvSpPr txBox="1">
            <a:spLocks noGrp="1"/>
          </p:cNvSpPr>
          <p:nvPr>
            <p:ph type="body" idx="1"/>
          </p:nvPr>
        </p:nvSpPr>
        <p:spPr>
          <a:xfrm>
            <a:off x="731520" y="1925424"/>
            <a:ext cx="6425280" cy="2276208"/>
          </a:xfrm>
          <a:prstGeom prst="rect">
            <a:avLst/>
          </a:prstGeom>
          <a:noFill/>
          <a:ln>
            <a:noFill/>
          </a:ln>
        </p:spPr>
        <p:txBody>
          <a:bodyPr spcFirstLastPara="1" wrap="square" lIns="0" tIns="0" rIns="0" bIns="0" anchor="t" anchorCtr="0">
            <a:normAutofit/>
          </a:bodyPr>
          <a:lstStyle>
            <a:lvl1pPr marL="548640" lvl="0" indent="-411480" algn="l">
              <a:lnSpc>
                <a:spcPct val="90000"/>
              </a:lnSpc>
              <a:spcBef>
                <a:spcPts val="1200"/>
              </a:spcBef>
              <a:spcAft>
                <a:spcPts val="0"/>
              </a:spcAft>
              <a:buClr>
                <a:schemeClr val="dk1"/>
              </a:buClr>
              <a:buSzPts val="1800"/>
              <a:buChar char="•"/>
              <a:defRPr/>
            </a:lvl1pPr>
            <a:lvl2pPr marL="1097280" lvl="1" indent="-411480" algn="l">
              <a:lnSpc>
                <a:spcPct val="90000"/>
              </a:lnSpc>
              <a:spcBef>
                <a:spcPts val="600"/>
              </a:spcBef>
              <a:spcAft>
                <a:spcPts val="0"/>
              </a:spcAft>
              <a:buClr>
                <a:schemeClr val="dk1"/>
              </a:buClr>
              <a:buSzPts val="1800"/>
              <a:buChar char="•"/>
              <a:defRPr/>
            </a:lvl2pPr>
            <a:lvl3pPr marL="1645920" lvl="2" indent="-411480" algn="l">
              <a:lnSpc>
                <a:spcPct val="90000"/>
              </a:lnSpc>
              <a:spcBef>
                <a:spcPts val="600"/>
              </a:spcBef>
              <a:spcAft>
                <a:spcPts val="0"/>
              </a:spcAft>
              <a:buClr>
                <a:schemeClr val="dk1"/>
              </a:buClr>
              <a:buSzPts val="1800"/>
              <a:buChar char="•"/>
              <a:defRPr/>
            </a:lvl3pPr>
            <a:lvl4pPr marL="2194560" lvl="3" indent="-411480" algn="l">
              <a:lnSpc>
                <a:spcPct val="90000"/>
              </a:lnSpc>
              <a:spcBef>
                <a:spcPts val="600"/>
              </a:spcBef>
              <a:spcAft>
                <a:spcPts val="0"/>
              </a:spcAft>
              <a:buClr>
                <a:schemeClr val="dk1"/>
              </a:buClr>
              <a:buSzPts val="1800"/>
              <a:buChar char="•"/>
              <a:defRPr/>
            </a:lvl4pPr>
            <a:lvl5pPr marL="2743200" lvl="4" indent="-411480" algn="l">
              <a:lnSpc>
                <a:spcPct val="90000"/>
              </a:lnSpc>
              <a:spcBef>
                <a:spcPts val="600"/>
              </a:spcBef>
              <a:spcAft>
                <a:spcPts val="0"/>
              </a:spcAft>
              <a:buClr>
                <a:schemeClr val="dk1"/>
              </a:buClr>
              <a:buSzPts val="1800"/>
              <a:buChar char="•"/>
              <a:defRPr/>
            </a:lvl5pPr>
            <a:lvl6pPr marL="3291840" lvl="5" indent="-411480" algn="l">
              <a:lnSpc>
                <a:spcPct val="90000"/>
              </a:lnSpc>
              <a:spcBef>
                <a:spcPts val="600"/>
              </a:spcBef>
              <a:spcAft>
                <a:spcPts val="0"/>
              </a:spcAft>
              <a:buClr>
                <a:schemeClr val="dk1"/>
              </a:buClr>
              <a:buSzPts val="1800"/>
              <a:buChar char="•"/>
              <a:defRPr/>
            </a:lvl6pPr>
            <a:lvl7pPr marL="3840480" lvl="6" indent="-411480" algn="l">
              <a:lnSpc>
                <a:spcPct val="90000"/>
              </a:lnSpc>
              <a:spcBef>
                <a:spcPts val="600"/>
              </a:spcBef>
              <a:spcAft>
                <a:spcPts val="0"/>
              </a:spcAft>
              <a:buClr>
                <a:schemeClr val="dk1"/>
              </a:buClr>
              <a:buSzPts val="1800"/>
              <a:buChar char="•"/>
              <a:defRPr/>
            </a:lvl7pPr>
            <a:lvl8pPr marL="4389120" lvl="7" indent="-411480" algn="l">
              <a:lnSpc>
                <a:spcPct val="90000"/>
              </a:lnSpc>
              <a:spcBef>
                <a:spcPts val="600"/>
              </a:spcBef>
              <a:spcAft>
                <a:spcPts val="0"/>
              </a:spcAft>
              <a:buClr>
                <a:schemeClr val="dk1"/>
              </a:buClr>
              <a:buSzPts val="1800"/>
              <a:buChar char="•"/>
              <a:defRPr/>
            </a:lvl8pPr>
            <a:lvl9pPr marL="4937760" lvl="8" indent="-411480" algn="l">
              <a:lnSpc>
                <a:spcPct val="90000"/>
              </a:lnSpc>
              <a:spcBef>
                <a:spcPts val="600"/>
              </a:spcBef>
              <a:spcAft>
                <a:spcPts val="0"/>
              </a:spcAft>
              <a:buClr>
                <a:schemeClr val="dk1"/>
              </a:buClr>
              <a:buSzPts val="1800"/>
              <a:buChar char="•"/>
              <a:defRPr/>
            </a:lvl9pPr>
          </a:lstStyle>
          <a:p>
            <a:pPr lvl="0"/>
            <a:r>
              <a:rPr lang="en-US"/>
              <a:t>Click to edit Master text styles</a:t>
            </a:r>
          </a:p>
        </p:txBody>
      </p:sp>
      <p:sp>
        <p:nvSpPr>
          <p:cNvPr id="58" name="Google Shape;58;p19"/>
          <p:cNvSpPr txBox="1">
            <a:spLocks noGrp="1"/>
          </p:cNvSpPr>
          <p:nvPr>
            <p:ph type="body" idx="2"/>
          </p:nvPr>
        </p:nvSpPr>
        <p:spPr>
          <a:xfrm>
            <a:off x="7478784" y="1925424"/>
            <a:ext cx="6425280" cy="2276208"/>
          </a:xfrm>
          <a:prstGeom prst="rect">
            <a:avLst/>
          </a:prstGeom>
          <a:noFill/>
          <a:ln>
            <a:noFill/>
          </a:ln>
        </p:spPr>
        <p:txBody>
          <a:bodyPr spcFirstLastPara="1" wrap="square" lIns="0" tIns="0" rIns="0" bIns="0" anchor="t" anchorCtr="0">
            <a:normAutofit/>
          </a:bodyPr>
          <a:lstStyle>
            <a:lvl1pPr marL="548640" lvl="0" indent="-411480" algn="l">
              <a:lnSpc>
                <a:spcPct val="90000"/>
              </a:lnSpc>
              <a:spcBef>
                <a:spcPts val="1200"/>
              </a:spcBef>
              <a:spcAft>
                <a:spcPts val="0"/>
              </a:spcAft>
              <a:buClr>
                <a:schemeClr val="dk1"/>
              </a:buClr>
              <a:buSzPts val="1800"/>
              <a:buChar char="•"/>
              <a:defRPr/>
            </a:lvl1pPr>
            <a:lvl2pPr marL="1097280" lvl="1" indent="-411480" algn="l">
              <a:lnSpc>
                <a:spcPct val="90000"/>
              </a:lnSpc>
              <a:spcBef>
                <a:spcPts val="600"/>
              </a:spcBef>
              <a:spcAft>
                <a:spcPts val="0"/>
              </a:spcAft>
              <a:buClr>
                <a:schemeClr val="dk1"/>
              </a:buClr>
              <a:buSzPts val="1800"/>
              <a:buChar char="•"/>
              <a:defRPr/>
            </a:lvl2pPr>
            <a:lvl3pPr marL="1645920" lvl="2" indent="-411480" algn="l">
              <a:lnSpc>
                <a:spcPct val="90000"/>
              </a:lnSpc>
              <a:spcBef>
                <a:spcPts val="600"/>
              </a:spcBef>
              <a:spcAft>
                <a:spcPts val="0"/>
              </a:spcAft>
              <a:buClr>
                <a:schemeClr val="dk1"/>
              </a:buClr>
              <a:buSzPts val="1800"/>
              <a:buChar char="•"/>
              <a:defRPr/>
            </a:lvl3pPr>
            <a:lvl4pPr marL="2194560" lvl="3" indent="-411480" algn="l">
              <a:lnSpc>
                <a:spcPct val="90000"/>
              </a:lnSpc>
              <a:spcBef>
                <a:spcPts val="600"/>
              </a:spcBef>
              <a:spcAft>
                <a:spcPts val="0"/>
              </a:spcAft>
              <a:buClr>
                <a:schemeClr val="dk1"/>
              </a:buClr>
              <a:buSzPts val="1800"/>
              <a:buChar char="•"/>
              <a:defRPr/>
            </a:lvl4pPr>
            <a:lvl5pPr marL="2743200" lvl="4" indent="-411480" algn="l">
              <a:lnSpc>
                <a:spcPct val="90000"/>
              </a:lnSpc>
              <a:spcBef>
                <a:spcPts val="600"/>
              </a:spcBef>
              <a:spcAft>
                <a:spcPts val="0"/>
              </a:spcAft>
              <a:buClr>
                <a:schemeClr val="dk1"/>
              </a:buClr>
              <a:buSzPts val="1800"/>
              <a:buChar char="•"/>
              <a:defRPr/>
            </a:lvl5pPr>
            <a:lvl6pPr marL="3291840" lvl="5" indent="-411480" algn="l">
              <a:lnSpc>
                <a:spcPct val="90000"/>
              </a:lnSpc>
              <a:spcBef>
                <a:spcPts val="600"/>
              </a:spcBef>
              <a:spcAft>
                <a:spcPts val="0"/>
              </a:spcAft>
              <a:buClr>
                <a:schemeClr val="dk1"/>
              </a:buClr>
              <a:buSzPts val="1800"/>
              <a:buChar char="•"/>
              <a:defRPr/>
            </a:lvl6pPr>
            <a:lvl7pPr marL="3840480" lvl="6" indent="-411480" algn="l">
              <a:lnSpc>
                <a:spcPct val="90000"/>
              </a:lnSpc>
              <a:spcBef>
                <a:spcPts val="600"/>
              </a:spcBef>
              <a:spcAft>
                <a:spcPts val="0"/>
              </a:spcAft>
              <a:buClr>
                <a:schemeClr val="dk1"/>
              </a:buClr>
              <a:buSzPts val="1800"/>
              <a:buChar char="•"/>
              <a:defRPr/>
            </a:lvl7pPr>
            <a:lvl8pPr marL="4389120" lvl="7" indent="-411480" algn="l">
              <a:lnSpc>
                <a:spcPct val="90000"/>
              </a:lnSpc>
              <a:spcBef>
                <a:spcPts val="600"/>
              </a:spcBef>
              <a:spcAft>
                <a:spcPts val="0"/>
              </a:spcAft>
              <a:buClr>
                <a:schemeClr val="dk1"/>
              </a:buClr>
              <a:buSzPts val="1800"/>
              <a:buChar char="•"/>
              <a:defRPr/>
            </a:lvl8pPr>
            <a:lvl9pPr marL="4937760" lvl="8" indent="-411480" algn="l">
              <a:lnSpc>
                <a:spcPct val="90000"/>
              </a:lnSpc>
              <a:spcBef>
                <a:spcPts val="600"/>
              </a:spcBef>
              <a:spcAft>
                <a:spcPts val="0"/>
              </a:spcAft>
              <a:buClr>
                <a:schemeClr val="dk1"/>
              </a:buClr>
              <a:buSzPts val="1800"/>
              <a:buChar char="•"/>
              <a:defRPr/>
            </a:lvl9pPr>
          </a:lstStyle>
          <a:p>
            <a:pPr lvl="0"/>
            <a:r>
              <a:rPr lang="en-US"/>
              <a:t>Click to edit Master text styles</a:t>
            </a:r>
          </a:p>
        </p:txBody>
      </p:sp>
      <p:sp>
        <p:nvSpPr>
          <p:cNvPr id="59" name="Google Shape;59;p19"/>
          <p:cNvSpPr txBox="1">
            <a:spLocks noGrp="1"/>
          </p:cNvSpPr>
          <p:nvPr>
            <p:ph type="body" idx="3"/>
          </p:nvPr>
        </p:nvSpPr>
        <p:spPr>
          <a:xfrm>
            <a:off x="731520" y="4418496"/>
            <a:ext cx="13166784" cy="2276208"/>
          </a:xfrm>
          <a:prstGeom prst="rect">
            <a:avLst/>
          </a:prstGeom>
          <a:noFill/>
          <a:ln>
            <a:noFill/>
          </a:ln>
        </p:spPr>
        <p:txBody>
          <a:bodyPr spcFirstLastPara="1" wrap="square" lIns="0" tIns="0" rIns="0" bIns="0" anchor="t" anchorCtr="0">
            <a:normAutofit/>
          </a:bodyPr>
          <a:lstStyle>
            <a:lvl1pPr marL="548640" lvl="0" indent="-411480" algn="l">
              <a:lnSpc>
                <a:spcPct val="90000"/>
              </a:lnSpc>
              <a:spcBef>
                <a:spcPts val="1200"/>
              </a:spcBef>
              <a:spcAft>
                <a:spcPts val="0"/>
              </a:spcAft>
              <a:buClr>
                <a:schemeClr val="dk1"/>
              </a:buClr>
              <a:buSzPts val="1800"/>
              <a:buChar char="•"/>
              <a:defRPr/>
            </a:lvl1pPr>
            <a:lvl2pPr marL="1097280" lvl="1" indent="-411480" algn="l">
              <a:lnSpc>
                <a:spcPct val="90000"/>
              </a:lnSpc>
              <a:spcBef>
                <a:spcPts val="600"/>
              </a:spcBef>
              <a:spcAft>
                <a:spcPts val="0"/>
              </a:spcAft>
              <a:buClr>
                <a:schemeClr val="dk1"/>
              </a:buClr>
              <a:buSzPts val="1800"/>
              <a:buChar char="•"/>
              <a:defRPr/>
            </a:lvl2pPr>
            <a:lvl3pPr marL="1645920" lvl="2" indent="-411480" algn="l">
              <a:lnSpc>
                <a:spcPct val="90000"/>
              </a:lnSpc>
              <a:spcBef>
                <a:spcPts val="600"/>
              </a:spcBef>
              <a:spcAft>
                <a:spcPts val="0"/>
              </a:spcAft>
              <a:buClr>
                <a:schemeClr val="dk1"/>
              </a:buClr>
              <a:buSzPts val="1800"/>
              <a:buChar char="•"/>
              <a:defRPr/>
            </a:lvl3pPr>
            <a:lvl4pPr marL="2194560" lvl="3" indent="-411480" algn="l">
              <a:lnSpc>
                <a:spcPct val="90000"/>
              </a:lnSpc>
              <a:spcBef>
                <a:spcPts val="600"/>
              </a:spcBef>
              <a:spcAft>
                <a:spcPts val="0"/>
              </a:spcAft>
              <a:buClr>
                <a:schemeClr val="dk1"/>
              </a:buClr>
              <a:buSzPts val="1800"/>
              <a:buChar char="•"/>
              <a:defRPr/>
            </a:lvl4pPr>
            <a:lvl5pPr marL="2743200" lvl="4" indent="-411480" algn="l">
              <a:lnSpc>
                <a:spcPct val="90000"/>
              </a:lnSpc>
              <a:spcBef>
                <a:spcPts val="600"/>
              </a:spcBef>
              <a:spcAft>
                <a:spcPts val="0"/>
              </a:spcAft>
              <a:buClr>
                <a:schemeClr val="dk1"/>
              </a:buClr>
              <a:buSzPts val="1800"/>
              <a:buChar char="•"/>
              <a:defRPr/>
            </a:lvl5pPr>
            <a:lvl6pPr marL="3291840" lvl="5" indent="-411480" algn="l">
              <a:lnSpc>
                <a:spcPct val="90000"/>
              </a:lnSpc>
              <a:spcBef>
                <a:spcPts val="600"/>
              </a:spcBef>
              <a:spcAft>
                <a:spcPts val="0"/>
              </a:spcAft>
              <a:buClr>
                <a:schemeClr val="dk1"/>
              </a:buClr>
              <a:buSzPts val="1800"/>
              <a:buChar char="•"/>
              <a:defRPr/>
            </a:lvl6pPr>
            <a:lvl7pPr marL="3840480" lvl="6" indent="-411480" algn="l">
              <a:lnSpc>
                <a:spcPct val="90000"/>
              </a:lnSpc>
              <a:spcBef>
                <a:spcPts val="600"/>
              </a:spcBef>
              <a:spcAft>
                <a:spcPts val="0"/>
              </a:spcAft>
              <a:buClr>
                <a:schemeClr val="dk1"/>
              </a:buClr>
              <a:buSzPts val="1800"/>
              <a:buChar char="•"/>
              <a:defRPr/>
            </a:lvl7pPr>
            <a:lvl8pPr marL="4389120" lvl="7" indent="-411480" algn="l">
              <a:lnSpc>
                <a:spcPct val="90000"/>
              </a:lnSpc>
              <a:spcBef>
                <a:spcPts val="600"/>
              </a:spcBef>
              <a:spcAft>
                <a:spcPts val="0"/>
              </a:spcAft>
              <a:buClr>
                <a:schemeClr val="dk1"/>
              </a:buClr>
              <a:buSzPts val="1800"/>
              <a:buChar char="•"/>
              <a:defRPr/>
            </a:lvl8pPr>
            <a:lvl9pPr marL="4937760" lvl="8" indent="-411480" algn="l">
              <a:lnSpc>
                <a:spcPct val="90000"/>
              </a:lnSpc>
              <a:spcBef>
                <a:spcPts val="600"/>
              </a:spcBef>
              <a:spcAft>
                <a:spcPts val="0"/>
              </a:spcAft>
              <a:buClr>
                <a:schemeClr val="dk1"/>
              </a:buClr>
              <a:buSzPts val="1800"/>
              <a:buChar char="•"/>
              <a:defRPr/>
            </a:lvl9pPr>
          </a:lstStyle>
          <a:p>
            <a:pPr lvl="0"/>
            <a:r>
              <a:rPr lang="en-US"/>
              <a:t>Click to edit Master text styles</a:t>
            </a:r>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Title, Content over Content">
    <p:spTree>
      <p:nvGrpSpPr>
        <p:cNvPr id="1" name="Shape 60"/>
        <p:cNvGrpSpPr/>
        <p:nvPr/>
      </p:nvGrpSpPr>
      <p:grpSpPr>
        <a:xfrm>
          <a:off x="0" y="0"/>
          <a:ext cx="0" cy="0"/>
          <a:chOff x="0" y="0"/>
          <a:chExt cx="0" cy="0"/>
        </a:xfrm>
      </p:grpSpPr>
      <p:sp>
        <p:nvSpPr>
          <p:cNvPr id="61" name="Google Shape;61;p20"/>
          <p:cNvSpPr txBox="1">
            <a:spLocks noGrp="1"/>
          </p:cNvSpPr>
          <p:nvPr>
            <p:ph type="title"/>
          </p:nvPr>
        </p:nvSpPr>
        <p:spPr>
          <a:xfrm>
            <a:off x="0" y="0"/>
            <a:ext cx="8777664" cy="1096848"/>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p>
        </p:txBody>
      </p:sp>
      <p:sp>
        <p:nvSpPr>
          <p:cNvPr id="62" name="Google Shape;62;p20"/>
          <p:cNvSpPr txBox="1">
            <a:spLocks noGrp="1"/>
          </p:cNvSpPr>
          <p:nvPr>
            <p:ph type="body" idx="1"/>
          </p:nvPr>
        </p:nvSpPr>
        <p:spPr>
          <a:xfrm>
            <a:off x="731520" y="1925424"/>
            <a:ext cx="13166784" cy="2276208"/>
          </a:xfrm>
          <a:prstGeom prst="rect">
            <a:avLst/>
          </a:prstGeom>
          <a:noFill/>
          <a:ln>
            <a:noFill/>
          </a:ln>
        </p:spPr>
        <p:txBody>
          <a:bodyPr spcFirstLastPara="1" wrap="square" lIns="0" tIns="0" rIns="0" bIns="0" anchor="t" anchorCtr="0">
            <a:normAutofit/>
          </a:bodyPr>
          <a:lstStyle>
            <a:lvl1pPr marL="548640" lvl="0" indent="-411480" algn="l">
              <a:lnSpc>
                <a:spcPct val="90000"/>
              </a:lnSpc>
              <a:spcBef>
                <a:spcPts val="1200"/>
              </a:spcBef>
              <a:spcAft>
                <a:spcPts val="0"/>
              </a:spcAft>
              <a:buClr>
                <a:schemeClr val="dk1"/>
              </a:buClr>
              <a:buSzPts val="1800"/>
              <a:buChar char="•"/>
              <a:defRPr/>
            </a:lvl1pPr>
            <a:lvl2pPr marL="1097280" lvl="1" indent="-411480" algn="l">
              <a:lnSpc>
                <a:spcPct val="90000"/>
              </a:lnSpc>
              <a:spcBef>
                <a:spcPts val="600"/>
              </a:spcBef>
              <a:spcAft>
                <a:spcPts val="0"/>
              </a:spcAft>
              <a:buClr>
                <a:schemeClr val="dk1"/>
              </a:buClr>
              <a:buSzPts val="1800"/>
              <a:buChar char="•"/>
              <a:defRPr/>
            </a:lvl2pPr>
            <a:lvl3pPr marL="1645920" lvl="2" indent="-411480" algn="l">
              <a:lnSpc>
                <a:spcPct val="90000"/>
              </a:lnSpc>
              <a:spcBef>
                <a:spcPts val="600"/>
              </a:spcBef>
              <a:spcAft>
                <a:spcPts val="0"/>
              </a:spcAft>
              <a:buClr>
                <a:schemeClr val="dk1"/>
              </a:buClr>
              <a:buSzPts val="1800"/>
              <a:buChar char="•"/>
              <a:defRPr/>
            </a:lvl3pPr>
            <a:lvl4pPr marL="2194560" lvl="3" indent="-411480" algn="l">
              <a:lnSpc>
                <a:spcPct val="90000"/>
              </a:lnSpc>
              <a:spcBef>
                <a:spcPts val="600"/>
              </a:spcBef>
              <a:spcAft>
                <a:spcPts val="0"/>
              </a:spcAft>
              <a:buClr>
                <a:schemeClr val="dk1"/>
              </a:buClr>
              <a:buSzPts val="1800"/>
              <a:buChar char="•"/>
              <a:defRPr/>
            </a:lvl4pPr>
            <a:lvl5pPr marL="2743200" lvl="4" indent="-411480" algn="l">
              <a:lnSpc>
                <a:spcPct val="90000"/>
              </a:lnSpc>
              <a:spcBef>
                <a:spcPts val="600"/>
              </a:spcBef>
              <a:spcAft>
                <a:spcPts val="0"/>
              </a:spcAft>
              <a:buClr>
                <a:schemeClr val="dk1"/>
              </a:buClr>
              <a:buSzPts val="1800"/>
              <a:buChar char="•"/>
              <a:defRPr/>
            </a:lvl5pPr>
            <a:lvl6pPr marL="3291840" lvl="5" indent="-411480" algn="l">
              <a:lnSpc>
                <a:spcPct val="90000"/>
              </a:lnSpc>
              <a:spcBef>
                <a:spcPts val="600"/>
              </a:spcBef>
              <a:spcAft>
                <a:spcPts val="0"/>
              </a:spcAft>
              <a:buClr>
                <a:schemeClr val="dk1"/>
              </a:buClr>
              <a:buSzPts val="1800"/>
              <a:buChar char="•"/>
              <a:defRPr/>
            </a:lvl6pPr>
            <a:lvl7pPr marL="3840480" lvl="6" indent="-411480" algn="l">
              <a:lnSpc>
                <a:spcPct val="90000"/>
              </a:lnSpc>
              <a:spcBef>
                <a:spcPts val="600"/>
              </a:spcBef>
              <a:spcAft>
                <a:spcPts val="0"/>
              </a:spcAft>
              <a:buClr>
                <a:schemeClr val="dk1"/>
              </a:buClr>
              <a:buSzPts val="1800"/>
              <a:buChar char="•"/>
              <a:defRPr/>
            </a:lvl7pPr>
            <a:lvl8pPr marL="4389120" lvl="7" indent="-411480" algn="l">
              <a:lnSpc>
                <a:spcPct val="90000"/>
              </a:lnSpc>
              <a:spcBef>
                <a:spcPts val="600"/>
              </a:spcBef>
              <a:spcAft>
                <a:spcPts val="0"/>
              </a:spcAft>
              <a:buClr>
                <a:schemeClr val="dk1"/>
              </a:buClr>
              <a:buSzPts val="1800"/>
              <a:buChar char="•"/>
              <a:defRPr/>
            </a:lvl8pPr>
            <a:lvl9pPr marL="4937760" lvl="8" indent="-411480" algn="l">
              <a:lnSpc>
                <a:spcPct val="90000"/>
              </a:lnSpc>
              <a:spcBef>
                <a:spcPts val="600"/>
              </a:spcBef>
              <a:spcAft>
                <a:spcPts val="0"/>
              </a:spcAft>
              <a:buClr>
                <a:schemeClr val="dk1"/>
              </a:buClr>
              <a:buSzPts val="1800"/>
              <a:buChar char="•"/>
              <a:defRPr/>
            </a:lvl9pPr>
          </a:lstStyle>
          <a:p>
            <a:pPr lvl="0"/>
            <a:r>
              <a:rPr lang="en-US"/>
              <a:t>Click to edit Master text styles</a:t>
            </a:r>
          </a:p>
        </p:txBody>
      </p:sp>
      <p:sp>
        <p:nvSpPr>
          <p:cNvPr id="63" name="Google Shape;63;p20"/>
          <p:cNvSpPr txBox="1">
            <a:spLocks noGrp="1"/>
          </p:cNvSpPr>
          <p:nvPr>
            <p:ph type="body" idx="2"/>
          </p:nvPr>
        </p:nvSpPr>
        <p:spPr>
          <a:xfrm>
            <a:off x="731520" y="4418496"/>
            <a:ext cx="13166784" cy="2276208"/>
          </a:xfrm>
          <a:prstGeom prst="rect">
            <a:avLst/>
          </a:prstGeom>
          <a:noFill/>
          <a:ln>
            <a:noFill/>
          </a:ln>
        </p:spPr>
        <p:txBody>
          <a:bodyPr spcFirstLastPara="1" wrap="square" lIns="0" tIns="0" rIns="0" bIns="0" anchor="t" anchorCtr="0">
            <a:normAutofit/>
          </a:bodyPr>
          <a:lstStyle>
            <a:lvl1pPr marL="548640" lvl="0" indent="-411480" algn="l">
              <a:lnSpc>
                <a:spcPct val="90000"/>
              </a:lnSpc>
              <a:spcBef>
                <a:spcPts val="1200"/>
              </a:spcBef>
              <a:spcAft>
                <a:spcPts val="0"/>
              </a:spcAft>
              <a:buClr>
                <a:schemeClr val="dk1"/>
              </a:buClr>
              <a:buSzPts val="1800"/>
              <a:buChar char="•"/>
              <a:defRPr/>
            </a:lvl1pPr>
            <a:lvl2pPr marL="1097280" lvl="1" indent="-411480" algn="l">
              <a:lnSpc>
                <a:spcPct val="90000"/>
              </a:lnSpc>
              <a:spcBef>
                <a:spcPts val="600"/>
              </a:spcBef>
              <a:spcAft>
                <a:spcPts val="0"/>
              </a:spcAft>
              <a:buClr>
                <a:schemeClr val="dk1"/>
              </a:buClr>
              <a:buSzPts val="1800"/>
              <a:buChar char="•"/>
              <a:defRPr/>
            </a:lvl2pPr>
            <a:lvl3pPr marL="1645920" lvl="2" indent="-411480" algn="l">
              <a:lnSpc>
                <a:spcPct val="90000"/>
              </a:lnSpc>
              <a:spcBef>
                <a:spcPts val="600"/>
              </a:spcBef>
              <a:spcAft>
                <a:spcPts val="0"/>
              </a:spcAft>
              <a:buClr>
                <a:schemeClr val="dk1"/>
              </a:buClr>
              <a:buSzPts val="1800"/>
              <a:buChar char="•"/>
              <a:defRPr/>
            </a:lvl3pPr>
            <a:lvl4pPr marL="2194560" lvl="3" indent="-411480" algn="l">
              <a:lnSpc>
                <a:spcPct val="90000"/>
              </a:lnSpc>
              <a:spcBef>
                <a:spcPts val="600"/>
              </a:spcBef>
              <a:spcAft>
                <a:spcPts val="0"/>
              </a:spcAft>
              <a:buClr>
                <a:schemeClr val="dk1"/>
              </a:buClr>
              <a:buSzPts val="1800"/>
              <a:buChar char="•"/>
              <a:defRPr/>
            </a:lvl4pPr>
            <a:lvl5pPr marL="2743200" lvl="4" indent="-411480" algn="l">
              <a:lnSpc>
                <a:spcPct val="90000"/>
              </a:lnSpc>
              <a:spcBef>
                <a:spcPts val="600"/>
              </a:spcBef>
              <a:spcAft>
                <a:spcPts val="0"/>
              </a:spcAft>
              <a:buClr>
                <a:schemeClr val="dk1"/>
              </a:buClr>
              <a:buSzPts val="1800"/>
              <a:buChar char="•"/>
              <a:defRPr/>
            </a:lvl5pPr>
            <a:lvl6pPr marL="3291840" lvl="5" indent="-411480" algn="l">
              <a:lnSpc>
                <a:spcPct val="90000"/>
              </a:lnSpc>
              <a:spcBef>
                <a:spcPts val="600"/>
              </a:spcBef>
              <a:spcAft>
                <a:spcPts val="0"/>
              </a:spcAft>
              <a:buClr>
                <a:schemeClr val="dk1"/>
              </a:buClr>
              <a:buSzPts val="1800"/>
              <a:buChar char="•"/>
              <a:defRPr/>
            </a:lvl6pPr>
            <a:lvl7pPr marL="3840480" lvl="6" indent="-411480" algn="l">
              <a:lnSpc>
                <a:spcPct val="90000"/>
              </a:lnSpc>
              <a:spcBef>
                <a:spcPts val="600"/>
              </a:spcBef>
              <a:spcAft>
                <a:spcPts val="0"/>
              </a:spcAft>
              <a:buClr>
                <a:schemeClr val="dk1"/>
              </a:buClr>
              <a:buSzPts val="1800"/>
              <a:buChar char="•"/>
              <a:defRPr/>
            </a:lvl7pPr>
            <a:lvl8pPr marL="4389120" lvl="7" indent="-411480" algn="l">
              <a:lnSpc>
                <a:spcPct val="90000"/>
              </a:lnSpc>
              <a:spcBef>
                <a:spcPts val="600"/>
              </a:spcBef>
              <a:spcAft>
                <a:spcPts val="0"/>
              </a:spcAft>
              <a:buClr>
                <a:schemeClr val="dk1"/>
              </a:buClr>
              <a:buSzPts val="1800"/>
              <a:buChar char="•"/>
              <a:defRPr/>
            </a:lvl8pPr>
            <a:lvl9pPr marL="4937760" lvl="8" indent="-411480" algn="l">
              <a:lnSpc>
                <a:spcPct val="90000"/>
              </a:lnSpc>
              <a:spcBef>
                <a:spcPts val="600"/>
              </a:spcBef>
              <a:spcAft>
                <a:spcPts val="0"/>
              </a:spcAft>
              <a:buClr>
                <a:schemeClr val="dk1"/>
              </a:buClr>
              <a:buSzPts val="1800"/>
              <a:buChar char="•"/>
              <a:defRPr/>
            </a:lvl9pPr>
          </a:lstStyle>
          <a:p>
            <a:pPr lvl="0"/>
            <a:r>
              <a:rPr lang="en-US"/>
              <a:t>Click to edit Master text styles</a:t>
            </a:r>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Title, 4 Content">
    <p:spTree>
      <p:nvGrpSpPr>
        <p:cNvPr id="1" name="Shape 64"/>
        <p:cNvGrpSpPr/>
        <p:nvPr/>
      </p:nvGrpSpPr>
      <p:grpSpPr>
        <a:xfrm>
          <a:off x="0" y="0"/>
          <a:ext cx="0" cy="0"/>
          <a:chOff x="0" y="0"/>
          <a:chExt cx="0" cy="0"/>
        </a:xfrm>
      </p:grpSpPr>
      <p:sp>
        <p:nvSpPr>
          <p:cNvPr id="65" name="Google Shape;65;p21"/>
          <p:cNvSpPr txBox="1">
            <a:spLocks noGrp="1"/>
          </p:cNvSpPr>
          <p:nvPr>
            <p:ph type="title"/>
          </p:nvPr>
        </p:nvSpPr>
        <p:spPr>
          <a:xfrm>
            <a:off x="0" y="0"/>
            <a:ext cx="8777664" cy="1096848"/>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p>
        </p:txBody>
      </p:sp>
      <p:sp>
        <p:nvSpPr>
          <p:cNvPr id="66" name="Google Shape;66;p21"/>
          <p:cNvSpPr txBox="1">
            <a:spLocks noGrp="1"/>
          </p:cNvSpPr>
          <p:nvPr>
            <p:ph type="body" idx="1"/>
          </p:nvPr>
        </p:nvSpPr>
        <p:spPr>
          <a:xfrm>
            <a:off x="731520" y="1925424"/>
            <a:ext cx="6425280" cy="2276208"/>
          </a:xfrm>
          <a:prstGeom prst="rect">
            <a:avLst/>
          </a:prstGeom>
          <a:noFill/>
          <a:ln>
            <a:noFill/>
          </a:ln>
        </p:spPr>
        <p:txBody>
          <a:bodyPr spcFirstLastPara="1" wrap="square" lIns="0" tIns="0" rIns="0" bIns="0" anchor="t" anchorCtr="0">
            <a:normAutofit/>
          </a:bodyPr>
          <a:lstStyle>
            <a:lvl1pPr marL="548640" lvl="0" indent="-411480" algn="l">
              <a:lnSpc>
                <a:spcPct val="90000"/>
              </a:lnSpc>
              <a:spcBef>
                <a:spcPts val="1200"/>
              </a:spcBef>
              <a:spcAft>
                <a:spcPts val="0"/>
              </a:spcAft>
              <a:buClr>
                <a:schemeClr val="dk1"/>
              </a:buClr>
              <a:buSzPts val="1800"/>
              <a:buChar char="•"/>
              <a:defRPr/>
            </a:lvl1pPr>
            <a:lvl2pPr marL="1097280" lvl="1" indent="-411480" algn="l">
              <a:lnSpc>
                <a:spcPct val="90000"/>
              </a:lnSpc>
              <a:spcBef>
                <a:spcPts val="600"/>
              </a:spcBef>
              <a:spcAft>
                <a:spcPts val="0"/>
              </a:spcAft>
              <a:buClr>
                <a:schemeClr val="dk1"/>
              </a:buClr>
              <a:buSzPts val="1800"/>
              <a:buChar char="•"/>
              <a:defRPr/>
            </a:lvl2pPr>
            <a:lvl3pPr marL="1645920" lvl="2" indent="-411480" algn="l">
              <a:lnSpc>
                <a:spcPct val="90000"/>
              </a:lnSpc>
              <a:spcBef>
                <a:spcPts val="600"/>
              </a:spcBef>
              <a:spcAft>
                <a:spcPts val="0"/>
              </a:spcAft>
              <a:buClr>
                <a:schemeClr val="dk1"/>
              </a:buClr>
              <a:buSzPts val="1800"/>
              <a:buChar char="•"/>
              <a:defRPr/>
            </a:lvl3pPr>
            <a:lvl4pPr marL="2194560" lvl="3" indent="-411480" algn="l">
              <a:lnSpc>
                <a:spcPct val="90000"/>
              </a:lnSpc>
              <a:spcBef>
                <a:spcPts val="600"/>
              </a:spcBef>
              <a:spcAft>
                <a:spcPts val="0"/>
              </a:spcAft>
              <a:buClr>
                <a:schemeClr val="dk1"/>
              </a:buClr>
              <a:buSzPts val="1800"/>
              <a:buChar char="•"/>
              <a:defRPr/>
            </a:lvl4pPr>
            <a:lvl5pPr marL="2743200" lvl="4" indent="-411480" algn="l">
              <a:lnSpc>
                <a:spcPct val="90000"/>
              </a:lnSpc>
              <a:spcBef>
                <a:spcPts val="600"/>
              </a:spcBef>
              <a:spcAft>
                <a:spcPts val="0"/>
              </a:spcAft>
              <a:buClr>
                <a:schemeClr val="dk1"/>
              </a:buClr>
              <a:buSzPts val="1800"/>
              <a:buChar char="•"/>
              <a:defRPr/>
            </a:lvl5pPr>
            <a:lvl6pPr marL="3291840" lvl="5" indent="-411480" algn="l">
              <a:lnSpc>
                <a:spcPct val="90000"/>
              </a:lnSpc>
              <a:spcBef>
                <a:spcPts val="600"/>
              </a:spcBef>
              <a:spcAft>
                <a:spcPts val="0"/>
              </a:spcAft>
              <a:buClr>
                <a:schemeClr val="dk1"/>
              </a:buClr>
              <a:buSzPts val="1800"/>
              <a:buChar char="•"/>
              <a:defRPr/>
            </a:lvl6pPr>
            <a:lvl7pPr marL="3840480" lvl="6" indent="-411480" algn="l">
              <a:lnSpc>
                <a:spcPct val="90000"/>
              </a:lnSpc>
              <a:spcBef>
                <a:spcPts val="600"/>
              </a:spcBef>
              <a:spcAft>
                <a:spcPts val="0"/>
              </a:spcAft>
              <a:buClr>
                <a:schemeClr val="dk1"/>
              </a:buClr>
              <a:buSzPts val="1800"/>
              <a:buChar char="•"/>
              <a:defRPr/>
            </a:lvl7pPr>
            <a:lvl8pPr marL="4389120" lvl="7" indent="-411480" algn="l">
              <a:lnSpc>
                <a:spcPct val="90000"/>
              </a:lnSpc>
              <a:spcBef>
                <a:spcPts val="600"/>
              </a:spcBef>
              <a:spcAft>
                <a:spcPts val="0"/>
              </a:spcAft>
              <a:buClr>
                <a:schemeClr val="dk1"/>
              </a:buClr>
              <a:buSzPts val="1800"/>
              <a:buChar char="•"/>
              <a:defRPr/>
            </a:lvl8pPr>
            <a:lvl9pPr marL="4937760" lvl="8" indent="-411480" algn="l">
              <a:lnSpc>
                <a:spcPct val="90000"/>
              </a:lnSpc>
              <a:spcBef>
                <a:spcPts val="600"/>
              </a:spcBef>
              <a:spcAft>
                <a:spcPts val="0"/>
              </a:spcAft>
              <a:buClr>
                <a:schemeClr val="dk1"/>
              </a:buClr>
              <a:buSzPts val="1800"/>
              <a:buChar char="•"/>
              <a:defRPr/>
            </a:lvl9pPr>
          </a:lstStyle>
          <a:p>
            <a:pPr lvl="0"/>
            <a:r>
              <a:rPr lang="en-US"/>
              <a:t>Click to edit Master text styles</a:t>
            </a:r>
          </a:p>
        </p:txBody>
      </p:sp>
      <p:sp>
        <p:nvSpPr>
          <p:cNvPr id="67" name="Google Shape;67;p21"/>
          <p:cNvSpPr txBox="1">
            <a:spLocks noGrp="1"/>
          </p:cNvSpPr>
          <p:nvPr>
            <p:ph type="body" idx="2"/>
          </p:nvPr>
        </p:nvSpPr>
        <p:spPr>
          <a:xfrm>
            <a:off x="7478784" y="1925424"/>
            <a:ext cx="6425280" cy="2276208"/>
          </a:xfrm>
          <a:prstGeom prst="rect">
            <a:avLst/>
          </a:prstGeom>
          <a:noFill/>
          <a:ln>
            <a:noFill/>
          </a:ln>
        </p:spPr>
        <p:txBody>
          <a:bodyPr spcFirstLastPara="1" wrap="square" lIns="0" tIns="0" rIns="0" bIns="0" anchor="t" anchorCtr="0">
            <a:normAutofit/>
          </a:bodyPr>
          <a:lstStyle>
            <a:lvl1pPr marL="548640" lvl="0" indent="-411480" algn="l">
              <a:lnSpc>
                <a:spcPct val="90000"/>
              </a:lnSpc>
              <a:spcBef>
                <a:spcPts val="1200"/>
              </a:spcBef>
              <a:spcAft>
                <a:spcPts val="0"/>
              </a:spcAft>
              <a:buClr>
                <a:schemeClr val="dk1"/>
              </a:buClr>
              <a:buSzPts val="1800"/>
              <a:buChar char="•"/>
              <a:defRPr/>
            </a:lvl1pPr>
            <a:lvl2pPr marL="1097280" lvl="1" indent="-411480" algn="l">
              <a:lnSpc>
                <a:spcPct val="90000"/>
              </a:lnSpc>
              <a:spcBef>
                <a:spcPts val="600"/>
              </a:spcBef>
              <a:spcAft>
                <a:spcPts val="0"/>
              </a:spcAft>
              <a:buClr>
                <a:schemeClr val="dk1"/>
              </a:buClr>
              <a:buSzPts val="1800"/>
              <a:buChar char="•"/>
              <a:defRPr/>
            </a:lvl2pPr>
            <a:lvl3pPr marL="1645920" lvl="2" indent="-411480" algn="l">
              <a:lnSpc>
                <a:spcPct val="90000"/>
              </a:lnSpc>
              <a:spcBef>
                <a:spcPts val="600"/>
              </a:spcBef>
              <a:spcAft>
                <a:spcPts val="0"/>
              </a:spcAft>
              <a:buClr>
                <a:schemeClr val="dk1"/>
              </a:buClr>
              <a:buSzPts val="1800"/>
              <a:buChar char="•"/>
              <a:defRPr/>
            </a:lvl3pPr>
            <a:lvl4pPr marL="2194560" lvl="3" indent="-411480" algn="l">
              <a:lnSpc>
                <a:spcPct val="90000"/>
              </a:lnSpc>
              <a:spcBef>
                <a:spcPts val="600"/>
              </a:spcBef>
              <a:spcAft>
                <a:spcPts val="0"/>
              </a:spcAft>
              <a:buClr>
                <a:schemeClr val="dk1"/>
              </a:buClr>
              <a:buSzPts val="1800"/>
              <a:buChar char="•"/>
              <a:defRPr/>
            </a:lvl4pPr>
            <a:lvl5pPr marL="2743200" lvl="4" indent="-411480" algn="l">
              <a:lnSpc>
                <a:spcPct val="90000"/>
              </a:lnSpc>
              <a:spcBef>
                <a:spcPts val="600"/>
              </a:spcBef>
              <a:spcAft>
                <a:spcPts val="0"/>
              </a:spcAft>
              <a:buClr>
                <a:schemeClr val="dk1"/>
              </a:buClr>
              <a:buSzPts val="1800"/>
              <a:buChar char="•"/>
              <a:defRPr/>
            </a:lvl5pPr>
            <a:lvl6pPr marL="3291840" lvl="5" indent="-411480" algn="l">
              <a:lnSpc>
                <a:spcPct val="90000"/>
              </a:lnSpc>
              <a:spcBef>
                <a:spcPts val="600"/>
              </a:spcBef>
              <a:spcAft>
                <a:spcPts val="0"/>
              </a:spcAft>
              <a:buClr>
                <a:schemeClr val="dk1"/>
              </a:buClr>
              <a:buSzPts val="1800"/>
              <a:buChar char="•"/>
              <a:defRPr/>
            </a:lvl6pPr>
            <a:lvl7pPr marL="3840480" lvl="6" indent="-411480" algn="l">
              <a:lnSpc>
                <a:spcPct val="90000"/>
              </a:lnSpc>
              <a:spcBef>
                <a:spcPts val="600"/>
              </a:spcBef>
              <a:spcAft>
                <a:spcPts val="0"/>
              </a:spcAft>
              <a:buClr>
                <a:schemeClr val="dk1"/>
              </a:buClr>
              <a:buSzPts val="1800"/>
              <a:buChar char="•"/>
              <a:defRPr/>
            </a:lvl7pPr>
            <a:lvl8pPr marL="4389120" lvl="7" indent="-411480" algn="l">
              <a:lnSpc>
                <a:spcPct val="90000"/>
              </a:lnSpc>
              <a:spcBef>
                <a:spcPts val="600"/>
              </a:spcBef>
              <a:spcAft>
                <a:spcPts val="0"/>
              </a:spcAft>
              <a:buClr>
                <a:schemeClr val="dk1"/>
              </a:buClr>
              <a:buSzPts val="1800"/>
              <a:buChar char="•"/>
              <a:defRPr/>
            </a:lvl8pPr>
            <a:lvl9pPr marL="4937760" lvl="8" indent="-411480" algn="l">
              <a:lnSpc>
                <a:spcPct val="90000"/>
              </a:lnSpc>
              <a:spcBef>
                <a:spcPts val="600"/>
              </a:spcBef>
              <a:spcAft>
                <a:spcPts val="0"/>
              </a:spcAft>
              <a:buClr>
                <a:schemeClr val="dk1"/>
              </a:buClr>
              <a:buSzPts val="1800"/>
              <a:buChar char="•"/>
              <a:defRPr/>
            </a:lvl9pPr>
          </a:lstStyle>
          <a:p>
            <a:pPr lvl="0"/>
            <a:r>
              <a:rPr lang="en-US"/>
              <a:t>Click to edit Master text styles</a:t>
            </a:r>
          </a:p>
        </p:txBody>
      </p:sp>
      <p:sp>
        <p:nvSpPr>
          <p:cNvPr id="68" name="Google Shape;68;p21"/>
          <p:cNvSpPr txBox="1">
            <a:spLocks noGrp="1"/>
          </p:cNvSpPr>
          <p:nvPr>
            <p:ph type="body" idx="3"/>
          </p:nvPr>
        </p:nvSpPr>
        <p:spPr>
          <a:xfrm>
            <a:off x="731520" y="4418496"/>
            <a:ext cx="6425280" cy="2276208"/>
          </a:xfrm>
          <a:prstGeom prst="rect">
            <a:avLst/>
          </a:prstGeom>
          <a:noFill/>
          <a:ln>
            <a:noFill/>
          </a:ln>
        </p:spPr>
        <p:txBody>
          <a:bodyPr spcFirstLastPara="1" wrap="square" lIns="0" tIns="0" rIns="0" bIns="0" anchor="t" anchorCtr="0">
            <a:normAutofit/>
          </a:bodyPr>
          <a:lstStyle>
            <a:lvl1pPr marL="548640" lvl="0" indent="-411480" algn="l">
              <a:lnSpc>
                <a:spcPct val="90000"/>
              </a:lnSpc>
              <a:spcBef>
                <a:spcPts val="1200"/>
              </a:spcBef>
              <a:spcAft>
                <a:spcPts val="0"/>
              </a:spcAft>
              <a:buClr>
                <a:schemeClr val="dk1"/>
              </a:buClr>
              <a:buSzPts val="1800"/>
              <a:buChar char="•"/>
              <a:defRPr/>
            </a:lvl1pPr>
            <a:lvl2pPr marL="1097280" lvl="1" indent="-411480" algn="l">
              <a:lnSpc>
                <a:spcPct val="90000"/>
              </a:lnSpc>
              <a:spcBef>
                <a:spcPts val="600"/>
              </a:spcBef>
              <a:spcAft>
                <a:spcPts val="0"/>
              </a:spcAft>
              <a:buClr>
                <a:schemeClr val="dk1"/>
              </a:buClr>
              <a:buSzPts val="1800"/>
              <a:buChar char="•"/>
              <a:defRPr/>
            </a:lvl2pPr>
            <a:lvl3pPr marL="1645920" lvl="2" indent="-411480" algn="l">
              <a:lnSpc>
                <a:spcPct val="90000"/>
              </a:lnSpc>
              <a:spcBef>
                <a:spcPts val="600"/>
              </a:spcBef>
              <a:spcAft>
                <a:spcPts val="0"/>
              </a:spcAft>
              <a:buClr>
                <a:schemeClr val="dk1"/>
              </a:buClr>
              <a:buSzPts val="1800"/>
              <a:buChar char="•"/>
              <a:defRPr/>
            </a:lvl3pPr>
            <a:lvl4pPr marL="2194560" lvl="3" indent="-411480" algn="l">
              <a:lnSpc>
                <a:spcPct val="90000"/>
              </a:lnSpc>
              <a:spcBef>
                <a:spcPts val="600"/>
              </a:spcBef>
              <a:spcAft>
                <a:spcPts val="0"/>
              </a:spcAft>
              <a:buClr>
                <a:schemeClr val="dk1"/>
              </a:buClr>
              <a:buSzPts val="1800"/>
              <a:buChar char="•"/>
              <a:defRPr/>
            </a:lvl4pPr>
            <a:lvl5pPr marL="2743200" lvl="4" indent="-411480" algn="l">
              <a:lnSpc>
                <a:spcPct val="90000"/>
              </a:lnSpc>
              <a:spcBef>
                <a:spcPts val="600"/>
              </a:spcBef>
              <a:spcAft>
                <a:spcPts val="0"/>
              </a:spcAft>
              <a:buClr>
                <a:schemeClr val="dk1"/>
              </a:buClr>
              <a:buSzPts val="1800"/>
              <a:buChar char="•"/>
              <a:defRPr/>
            </a:lvl5pPr>
            <a:lvl6pPr marL="3291840" lvl="5" indent="-411480" algn="l">
              <a:lnSpc>
                <a:spcPct val="90000"/>
              </a:lnSpc>
              <a:spcBef>
                <a:spcPts val="600"/>
              </a:spcBef>
              <a:spcAft>
                <a:spcPts val="0"/>
              </a:spcAft>
              <a:buClr>
                <a:schemeClr val="dk1"/>
              </a:buClr>
              <a:buSzPts val="1800"/>
              <a:buChar char="•"/>
              <a:defRPr/>
            </a:lvl6pPr>
            <a:lvl7pPr marL="3840480" lvl="6" indent="-411480" algn="l">
              <a:lnSpc>
                <a:spcPct val="90000"/>
              </a:lnSpc>
              <a:spcBef>
                <a:spcPts val="600"/>
              </a:spcBef>
              <a:spcAft>
                <a:spcPts val="0"/>
              </a:spcAft>
              <a:buClr>
                <a:schemeClr val="dk1"/>
              </a:buClr>
              <a:buSzPts val="1800"/>
              <a:buChar char="•"/>
              <a:defRPr/>
            </a:lvl7pPr>
            <a:lvl8pPr marL="4389120" lvl="7" indent="-411480" algn="l">
              <a:lnSpc>
                <a:spcPct val="90000"/>
              </a:lnSpc>
              <a:spcBef>
                <a:spcPts val="600"/>
              </a:spcBef>
              <a:spcAft>
                <a:spcPts val="0"/>
              </a:spcAft>
              <a:buClr>
                <a:schemeClr val="dk1"/>
              </a:buClr>
              <a:buSzPts val="1800"/>
              <a:buChar char="•"/>
              <a:defRPr/>
            </a:lvl8pPr>
            <a:lvl9pPr marL="4937760" lvl="8" indent="-411480" algn="l">
              <a:lnSpc>
                <a:spcPct val="90000"/>
              </a:lnSpc>
              <a:spcBef>
                <a:spcPts val="600"/>
              </a:spcBef>
              <a:spcAft>
                <a:spcPts val="0"/>
              </a:spcAft>
              <a:buClr>
                <a:schemeClr val="dk1"/>
              </a:buClr>
              <a:buSzPts val="1800"/>
              <a:buChar char="•"/>
              <a:defRPr/>
            </a:lvl9pPr>
          </a:lstStyle>
          <a:p>
            <a:pPr lvl="0"/>
            <a:r>
              <a:rPr lang="en-US"/>
              <a:t>Click to edit Master text styles</a:t>
            </a:r>
          </a:p>
        </p:txBody>
      </p:sp>
      <p:sp>
        <p:nvSpPr>
          <p:cNvPr id="69" name="Google Shape;69;p21"/>
          <p:cNvSpPr txBox="1">
            <a:spLocks noGrp="1"/>
          </p:cNvSpPr>
          <p:nvPr>
            <p:ph type="body" idx="4"/>
          </p:nvPr>
        </p:nvSpPr>
        <p:spPr>
          <a:xfrm>
            <a:off x="7478784" y="4418496"/>
            <a:ext cx="6425280" cy="2276208"/>
          </a:xfrm>
          <a:prstGeom prst="rect">
            <a:avLst/>
          </a:prstGeom>
          <a:noFill/>
          <a:ln>
            <a:noFill/>
          </a:ln>
        </p:spPr>
        <p:txBody>
          <a:bodyPr spcFirstLastPara="1" wrap="square" lIns="0" tIns="0" rIns="0" bIns="0" anchor="t" anchorCtr="0">
            <a:normAutofit/>
          </a:bodyPr>
          <a:lstStyle>
            <a:lvl1pPr marL="548640" lvl="0" indent="-411480" algn="l">
              <a:lnSpc>
                <a:spcPct val="90000"/>
              </a:lnSpc>
              <a:spcBef>
                <a:spcPts val="1200"/>
              </a:spcBef>
              <a:spcAft>
                <a:spcPts val="0"/>
              </a:spcAft>
              <a:buClr>
                <a:schemeClr val="dk1"/>
              </a:buClr>
              <a:buSzPts val="1800"/>
              <a:buChar char="•"/>
              <a:defRPr/>
            </a:lvl1pPr>
            <a:lvl2pPr marL="1097280" lvl="1" indent="-411480" algn="l">
              <a:lnSpc>
                <a:spcPct val="90000"/>
              </a:lnSpc>
              <a:spcBef>
                <a:spcPts val="600"/>
              </a:spcBef>
              <a:spcAft>
                <a:spcPts val="0"/>
              </a:spcAft>
              <a:buClr>
                <a:schemeClr val="dk1"/>
              </a:buClr>
              <a:buSzPts val="1800"/>
              <a:buChar char="•"/>
              <a:defRPr/>
            </a:lvl2pPr>
            <a:lvl3pPr marL="1645920" lvl="2" indent="-411480" algn="l">
              <a:lnSpc>
                <a:spcPct val="90000"/>
              </a:lnSpc>
              <a:spcBef>
                <a:spcPts val="600"/>
              </a:spcBef>
              <a:spcAft>
                <a:spcPts val="0"/>
              </a:spcAft>
              <a:buClr>
                <a:schemeClr val="dk1"/>
              </a:buClr>
              <a:buSzPts val="1800"/>
              <a:buChar char="•"/>
              <a:defRPr/>
            </a:lvl3pPr>
            <a:lvl4pPr marL="2194560" lvl="3" indent="-411480" algn="l">
              <a:lnSpc>
                <a:spcPct val="90000"/>
              </a:lnSpc>
              <a:spcBef>
                <a:spcPts val="600"/>
              </a:spcBef>
              <a:spcAft>
                <a:spcPts val="0"/>
              </a:spcAft>
              <a:buClr>
                <a:schemeClr val="dk1"/>
              </a:buClr>
              <a:buSzPts val="1800"/>
              <a:buChar char="•"/>
              <a:defRPr/>
            </a:lvl4pPr>
            <a:lvl5pPr marL="2743200" lvl="4" indent="-411480" algn="l">
              <a:lnSpc>
                <a:spcPct val="90000"/>
              </a:lnSpc>
              <a:spcBef>
                <a:spcPts val="600"/>
              </a:spcBef>
              <a:spcAft>
                <a:spcPts val="0"/>
              </a:spcAft>
              <a:buClr>
                <a:schemeClr val="dk1"/>
              </a:buClr>
              <a:buSzPts val="1800"/>
              <a:buChar char="•"/>
              <a:defRPr/>
            </a:lvl5pPr>
            <a:lvl6pPr marL="3291840" lvl="5" indent="-411480" algn="l">
              <a:lnSpc>
                <a:spcPct val="90000"/>
              </a:lnSpc>
              <a:spcBef>
                <a:spcPts val="600"/>
              </a:spcBef>
              <a:spcAft>
                <a:spcPts val="0"/>
              </a:spcAft>
              <a:buClr>
                <a:schemeClr val="dk1"/>
              </a:buClr>
              <a:buSzPts val="1800"/>
              <a:buChar char="•"/>
              <a:defRPr/>
            </a:lvl6pPr>
            <a:lvl7pPr marL="3840480" lvl="6" indent="-411480" algn="l">
              <a:lnSpc>
                <a:spcPct val="90000"/>
              </a:lnSpc>
              <a:spcBef>
                <a:spcPts val="600"/>
              </a:spcBef>
              <a:spcAft>
                <a:spcPts val="0"/>
              </a:spcAft>
              <a:buClr>
                <a:schemeClr val="dk1"/>
              </a:buClr>
              <a:buSzPts val="1800"/>
              <a:buChar char="•"/>
              <a:defRPr/>
            </a:lvl7pPr>
            <a:lvl8pPr marL="4389120" lvl="7" indent="-411480" algn="l">
              <a:lnSpc>
                <a:spcPct val="90000"/>
              </a:lnSpc>
              <a:spcBef>
                <a:spcPts val="600"/>
              </a:spcBef>
              <a:spcAft>
                <a:spcPts val="0"/>
              </a:spcAft>
              <a:buClr>
                <a:schemeClr val="dk1"/>
              </a:buClr>
              <a:buSzPts val="1800"/>
              <a:buChar char="•"/>
              <a:defRPr/>
            </a:lvl8pPr>
            <a:lvl9pPr marL="4937760" lvl="8" indent="-411480" algn="l">
              <a:lnSpc>
                <a:spcPct val="90000"/>
              </a:lnSpc>
              <a:spcBef>
                <a:spcPts val="600"/>
              </a:spcBef>
              <a:spcAft>
                <a:spcPts val="0"/>
              </a:spcAft>
              <a:buClr>
                <a:schemeClr val="dk1"/>
              </a:buClr>
              <a:buSzPts val="1800"/>
              <a:buChar char="•"/>
              <a:defRPr/>
            </a:lvl9pPr>
          </a:lstStyle>
          <a:p>
            <a:pPr lvl="0"/>
            <a:r>
              <a:rPr lang="en-US"/>
              <a:t>Click to edit Master text styles</a:t>
            </a:r>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70"/>
        <p:cNvGrpSpPr/>
        <p:nvPr/>
      </p:nvGrpSpPr>
      <p:grpSpPr>
        <a:xfrm>
          <a:off x="0" y="0"/>
          <a:ext cx="0" cy="0"/>
          <a:chOff x="0" y="0"/>
          <a:chExt cx="0" cy="0"/>
        </a:xfrm>
      </p:grpSpPr>
      <p:sp>
        <p:nvSpPr>
          <p:cNvPr id="71" name="Google Shape;71;p22"/>
          <p:cNvSpPr txBox="1">
            <a:spLocks noGrp="1"/>
          </p:cNvSpPr>
          <p:nvPr>
            <p:ph type="title"/>
          </p:nvPr>
        </p:nvSpPr>
        <p:spPr>
          <a:xfrm>
            <a:off x="0" y="0"/>
            <a:ext cx="8777664" cy="1096848"/>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p>
        </p:txBody>
      </p:sp>
      <p:sp>
        <p:nvSpPr>
          <p:cNvPr id="72" name="Google Shape;72;p22"/>
          <p:cNvSpPr txBox="1">
            <a:spLocks noGrp="1"/>
          </p:cNvSpPr>
          <p:nvPr>
            <p:ph type="body" idx="1"/>
          </p:nvPr>
        </p:nvSpPr>
        <p:spPr>
          <a:xfrm>
            <a:off x="731520" y="1925424"/>
            <a:ext cx="4239360" cy="2276208"/>
          </a:xfrm>
          <a:prstGeom prst="rect">
            <a:avLst/>
          </a:prstGeom>
          <a:noFill/>
          <a:ln>
            <a:noFill/>
          </a:ln>
        </p:spPr>
        <p:txBody>
          <a:bodyPr spcFirstLastPara="1" wrap="square" lIns="0" tIns="0" rIns="0" bIns="0" anchor="t" anchorCtr="0">
            <a:normAutofit/>
          </a:bodyPr>
          <a:lstStyle>
            <a:lvl1pPr marL="548640" lvl="0" indent="-411480" algn="l">
              <a:lnSpc>
                <a:spcPct val="90000"/>
              </a:lnSpc>
              <a:spcBef>
                <a:spcPts val="1200"/>
              </a:spcBef>
              <a:spcAft>
                <a:spcPts val="0"/>
              </a:spcAft>
              <a:buClr>
                <a:schemeClr val="dk1"/>
              </a:buClr>
              <a:buSzPts val="1800"/>
              <a:buChar char="•"/>
              <a:defRPr/>
            </a:lvl1pPr>
            <a:lvl2pPr marL="1097280" lvl="1" indent="-411480" algn="l">
              <a:lnSpc>
                <a:spcPct val="90000"/>
              </a:lnSpc>
              <a:spcBef>
                <a:spcPts val="600"/>
              </a:spcBef>
              <a:spcAft>
                <a:spcPts val="0"/>
              </a:spcAft>
              <a:buClr>
                <a:schemeClr val="dk1"/>
              </a:buClr>
              <a:buSzPts val="1800"/>
              <a:buChar char="•"/>
              <a:defRPr/>
            </a:lvl2pPr>
            <a:lvl3pPr marL="1645920" lvl="2" indent="-411480" algn="l">
              <a:lnSpc>
                <a:spcPct val="90000"/>
              </a:lnSpc>
              <a:spcBef>
                <a:spcPts val="600"/>
              </a:spcBef>
              <a:spcAft>
                <a:spcPts val="0"/>
              </a:spcAft>
              <a:buClr>
                <a:schemeClr val="dk1"/>
              </a:buClr>
              <a:buSzPts val="1800"/>
              <a:buChar char="•"/>
              <a:defRPr/>
            </a:lvl3pPr>
            <a:lvl4pPr marL="2194560" lvl="3" indent="-411480" algn="l">
              <a:lnSpc>
                <a:spcPct val="90000"/>
              </a:lnSpc>
              <a:spcBef>
                <a:spcPts val="600"/>
              </a:spcBef>
              <a:spcAft>
                <a:spcPts val="0"/>
              </a:spcAft>
              <a:buClr>
                <a:schemeClr val="dk1"/>
              </a:buClr>
              <a:buSzPts val="1800"/>
              <a:buChar char="•"/>
              <a:defRPr/>
            </a:lvl4pPr>
            <a:lvl5pPr marL="2743200" lvl="4" indent="-411480" algn="l">
              <a:lnSpc>
                <a:spcPct val="90000"/>
              </a:lnSpc>
              <a:spcBef>
                <a:spcPts val="600"/>
              </a:spcBef>
              <a:spcAft>
                <a:spcPts val="0"/>
              </a:spcAft>
              <a:buClr>
                <a:schemeClr val="dk1"/>
              </a:buClr>
              <a:buSzPts val="1800"/>
              <a:buChar char="•"/>
              <a:defRPr/>
            </a:lvl5pPr>
            <a:lvl6pPr marL="3291840" lvl="5" indent="-411480" algn="l">
              <a:lnSpc>
                <a:spcPct val="90000"/>
              </a:lnSpc>
              <a:spcBef>
                <a:spcPts val="600"/>
              </a:spcBef>
              <a:spcAft>
                <a:spcPts val="0"/>
              </a:spcAft>
              <a:buClr>
                <a:schemeClr val="dk1"/>
              </a:buClr>
              <a:buSzPts val="1800"/>
              <a:buChar char="•"/>
              <a:defRPr/>
            </a:lvl6pPr>
            <a:lvl7pPr marL="3840480" lvl="6" indent="-411480" algn="l">
              <a:lnSpc>
                <a:spcPct val="90000"/>
              </a:lnSpc>
              <a:spcBef>
                <a:spcPts val="600"/>
              </a:spcBef>
              <a:spcAft>
                <a:spcPts val="0"/>
              </a:spcAft>
              <a:buClr>
                <a:schemeClr val="dk1"/>
              </a:buClr>
              <a:buSzPts val="1800"/>
              <a:buChar char="•"/>
              <a:defRPr/>
            </a:lvl7pPr>
            <a:lvl8pPr marL="4389120" lvl="7" indent="-411480" algn="l">
              <a:lnSpc>
                <a:spcPct val="90000"/>
              </a:lnSpc>
              <a:spcBef>
                <a:spcPts val="600"/>
              </a:spcBef>
              <a:spcAft>
                <a:spcPts val="0"/>
              </a:spcAft>
              <a:buClr>
                <a:schemeClr val="dk1"/>
              </a:buClr>
              <a:buSzPts val="1800"/>
              <a:buChar char="•"/>
              <a:defRPr/>
            </a:lvl8pPr>
            <a:lvl9pPr marL="4937760" lvl="8" indent="-411480" algn="l">
              <a:lnSpc>
                <a:spcPct val="90000"/>
              </a:lnSpc>
              <a:spcBef>
                <a:spcPts val="600"/>
              </a:spcBef>
              <a:spcAft>
                <a:spcPts val="0"/>
              </a:spcAft>
              <a:buClr>
                <a:schemeClr val="dk1"/>
              </a:buClr>
              <a:buSzPts val="1800"/>
              <a:buChar char="•"/>
              <a:defRPr/>
            </a:lvl9pPr>
          </a:lstStyle>
          <a:p>
            <a:pPr lvl="0"/>
            <a:r>
              <a:rPr lang="en-US"/>
              <a:t>Click to edit Master text styles</a:t>
            </a:r>
          </a:p>
        </p:txBody>
      </p:sp>
      <p:sp>
        <p:nvSpPr>
          <p:cNvPr id="73" name="Google Shape;73;p22"/>
          <p:cNvSpPr txBox="1">
            <a:spLocks noGrp="1"/>
          </p:cNvSpPr>
          <p:nvPr>
            <p:ph type="body" idx="2"/>
          </p:nvPr>
        </p:nvSpPr>
        <p:spPr>
          <a:xfrm>
            <a:off x="5183424" y="1925424"/>
            <a:ext cx="4239360" cy="2276208"/>
          </a:xfrm>
          <a:prstGeom prst="rect">
            <a:avLst/>
          </a:prstGeom>
          <a:noFill/>
          <a:ln>
            <a:noFill/>
          </a:ln>
        </p:spPr>
        <p:txBody>
          <a:bodyPr spcFirstLastPara="1" wrap="square" lIns="0" tIns="0" rIns="0" bIns="0" anchor="t" anchorCtr="0">
            <a:normAutofit/>
          </a:bodyPr>
          <a:lstStyle>
            <a:lvl1pPr marL="548640" lvl="0" indent="-411480" algn="l">
              <a:lnSpc>
                <a:spcPct val="90000"/>
              </a:lnSpc>
              <a:spcBef>
                <a:spcPts val="1200"/>
              </a:spcBef>
              <a:spcAft>
                <a:spcPts val="0"/>
              </a:spcAft>
              <a:buClr>
                <a:schemeClr val="dk1"/>
              </a:buClr>
              <a:buSzPts val="1800"/>
              <a:buChar char="•"/>
              <a:defRPr/>
            </a:lvl1pPr>
            <a:lvl2pPr marL="1097280" lvl="1" indent="-411480" algn="l">
              <a:lnSpc>
                <a:spcPct val="90000"/>
              </a:lnSpc>
              <a:spcBef>
                <a:spcPts val="600"/>
              </a:spcBef>
              <a:spcAft>
                <a:spcPts val="0"/>
              </a:spcAft>
              <a:buClr>
                <a:schemeClr val="dk1"/>
              </a:buClr>
              <a:buSzPts val="1800"/>
              <a:buChar char="•"/>
              <a:defRPr/>
            </a:lvl2pPr>
            <a:lvl3pPr marL="1645920" lvl="2" indent="-411480" algn="l">
              <a:lnSpc>
                <a:spcPct val="90000"/>
              </a:lnSpc>
              <a:spcBef>
                <a:spcPts val="600"/>
              </a:spcBef>
              <a:spcAft>
                <a:spcPts val="0"/>
              </a:spcAft>
              <a:buClr>
                <a:schemeClr val="dk1"/>
              </a:buClr>
              <a:buSzPts val="1800"/>
              <a:buChar char="•"/>
              <a:defRPr/>
            </a:lvl3pPr>
            <a:lvl4pPr marL="2194560" lvl="3" indent="-411480" algn="l">
              <a:lnSpc>
                <a:spcPct val="90000"/>
              </a:lnSpc>
              <a:spcBef>
                <a:spcPts val="600"/>
              </a:spcBef>
              <a:spcAft>
                <a:spcPts val="0"/>
              </a:spcAft>
              <a:buClr>
                <a:schemeClr val="dk1"/>
              </a:buClr>
              <a:buSzPts val="1800"/>
              <a:buChar char="•"/>
              <a:defRPr/>
            </a:lvl4pPr>
            <a:lvl5pPr marL="2743200" lvl="4" indent="-411480" algn="l">
              <a:lnSpc>
                <a:spcPct val="90000"/>
              </a:lnSpc>
              <a:spcBef>
                <a:spcPts val="600"/>
              </a:spcBef>
              <a:spcAft>
                <a:spcPts val="0"/>
              </a:spcAft>
              <a:buClr>
                <a:schemeClr val="dk1"/>
              </a:buClr>
              <a:buSzPts val="1800"/>
              <a:buChar char="•"/>
              <a:defRPr/>
            </a:lvl5pPr>
            <a:lvl6pPr marL="3291840" lvl="5" indent="-411480" algn="l">
              <a:lnSpc>
                <a:spcPct val="90000"/>
              </a:lnSpc>
              <a:spcBef>
                <a:spcPts val="600"/>
              </a:spcBef>
              <a:spcAft>
                <a:spcPts val="0"/>
              </a:spcAft>
              <a:buClr>
                <a:schemeClr val="dk1"/>
              </a:buClr>
              <a:buSzPts val="1800"/>
              <a:buChar char="•"/>
              <a:defRPr/>
            </a:lvl6pPr>
            <a:lvl7pPr marL="3840480" lvl="6" indent="-411480" algn="l">
              <a:lnSpc>
                <a:spcPct val="90000"/>
              </a:lnSpc>
              <a:spcBef>
                <a:spcPts val="600"/>
              </a:spcBef>
              <a:spcAft>
                <a:spcPts val="0"/>
              </a:spcAft>
              <a:buClr>
                <a:schemeClr val="dk1"/>
              </a:buClr>
              <a:buSzPts val="1800"/>
              <a:buChar char="•"/>
              <a:defRPr/>
            </a:lvl7pPr>
            <a:lvl8pPr marL="4389120" lvl="7" indent="-411480" algn="l">
              <a:lnSpc>
                <a:spcPct val="90000"/>
              </a:lnSpc>
              <a:spcBef>
                <a:spcPts val="600"/>
              </a:spcBef>
              <a:spcAft>
                <a:spcPts val="0"/>
              </a:spcAft>
              <a:buClr>
                <a:schemeClr val="dk1"/>
              </a:buClr>
              <a:buSzPts val="1800"/>
              <a:buChar char="•"/>
              <a:defRPr/>
            </a:lvl8pPr>
            <a:lvl9pPr marL="4937760" lvl="8" indent="-411480" algn="l">
              <a:lnSpc>
                <a:spcPct val="90000"/>
              </a:lnSpc>
              <a:spcBef>
                <a:spcPts val="600"/>
              </a:spcBef>
              <a:spcAft>
                <a:spcPts val="0"/>
              </a:spcAft>
              <a:buClr>
                <a:schemeClr val="dk1"/>
              </a:buClr>
              <a:buSzPts val="1800"/>
              <a:buChar char="•"/>
              <a:defRPr/>
            </a:lvl9pPr>
          </a:lstStyle>
          <a:p>
            <a:pPr lvl="0"/>
            <a:r>
              <a:rPr lang="en-US"/>
              <a:t>Click to edit Master text styles</a:t>
            </a:r>
          </a:p>
        </p:txBody>
      </p:sp>
      <p:sp>
        <p:nvSpPr>
          <p:cNvPr id="74" name="Google Shape;74;p22"/>
          <p:cNvSpPr txBox="1">
            <a:spLocks noGrp="1"/>
          </p:cNvSpPr>
          <p:nvPr>
            <p:ph type="body" idx="3"/>
          </p:nvPr>
        </p:nvSpPr>
        <p:spPr>
          <a:xfrm>
            <a:off x="9635328" y="1925424"/>
            <a:ext cx="4239360" cy="2276208"/>
          </a:xfrm>
          <a:prstGeom prst="rect">
            <a:avLst/>
          </a:prstGeom>
          <a:noFill/>
          <a:ln>
            <a:noFill/>
          </a:ln>
        </p:spPr>
        <p:txBody>
          <a:bodyPr spcFirstLastPara="1" wrap="square" lIns="0" tIns="0" rIns="0" bIns="0" anchor="t" anchorCtr="0">
            <a:normAutofit/>
          </a:bodyPr>
          <a:lstStyle>
            <a:lvl1pPr marL="548640" lvl="0" indent="-411480" algn="l">
              <a:lnSpc>
                <a:spcPct val="90000"/>
              </a:lnSpc>
              <a:spcBef>
                <a:spcPts val="1200"/>
              </a:spcBef>
              <a:spcAft>
                <a:spcPts val="0"/>
              </a:spcAft>
              <a:buClr>
                <a:schemeClr val="dk1"/>
              </a:buClr>
              <a:buSzPts val="1800"/>
              <a:buChar char="•"/>
              <a:defRPr/>
            </a:lvl1pPr>
            <a:lvl2pPr marL="1097280" lvl="1" indent="-411480" algn="l">
              <a:lnSpc>
                <a:spcPct val="90000"/>
              </a:lnSpc>
              <a:spcBef>
                <a:spcPts val="600"/>
              </a:spcBef>
              <a:spcAft>
                <a:spcPts val="0"/>
              </a:spcAft>
              <a:buClr>
                <a:schemeClr val="dk1"/>
              </a:buClr>
              <a:buSzPts val="1800"/>
              <a:buChar char="•"/>
              <a:defRPr/>
            </a:lvl2pPr>
            <a:lvl3pPr marL="1645920" lvl="2" indent="-411480" algn="l">
              <a:lnSpc>
                <a:spcPct val="90000"/>
              </a:lnSpc>
              <a:spcBef>
                <a:spcPts val="600"/>
              </a:spcBef>
              <a:spcAft>
                <a:spcPts val="0"/>
              </a:spcAft>
              <a:buClr>
                <a:schemeClr val="dk1"/>
              </a:buClr>
              <a:buSzPts val="1800"/>
              <a:buChar char="•"/>
              <a:defRPr/>
            </a:lvl3pPr>
            <a:lvl4pPr marL="2194560" lvl="3" indent="-411480" algn="l">
              <a:lnSpc>
                <a:spcPct val="90000"/>
              </a:lnSpc>
              <a:spcBef>
                <a:spcPts val="600"/>
              </a:spcBef>
              <a:spcAft>
                <a:spcPts val="0"/>
              </a:spcAft>
              <a:buClr>
                <a:schemeClr val="dk1"/>
              </a:buClr>
              <a:buSzPts val="1800"/>
              <a:buChar char="•"/>
              <a:defRPr/>
            </a:lvl4pPr>
            <a:lvl5pPr marL="2743200" lvl="4" indent="-411480" algn="l">
              <a:lnSpc>
                <a:spcPct val="90000"/>
              </a:lnSpc>
              <a:spcBef>
                <a:spcPts val="600"/>
              </a:spcBef>
              <a:spcAft>
                <a:spcPts val="0"/>
              </a:spcAft>
              <a:buClr>
                <a:schemeClr val="dk1"/>
              </a:buClr>
              <a:buSzPts val="1800"/>
              <a:buChar char="•"/>
              <a:defRPr/>
            </a:lvl5pPr>
            <a:lvl6pPr marL="3291840" lvl="5" indent="-411480" algn="l">
              <a:lnSpc>
                <a:spcPct val="90000"/>
              </a:lnSpc>
              <a:spcBef>
                <a:spcPts val="600"/>
              </a:spcBef>
              <a:spcAft>
                <a:spcPts val="0"/>
              </a:spcAft>
              <a:buClr>
                <a:schemeClr val="dk1"/>
              </a:buClr>
              <a:buSzPts val="1800"/>
              <a:buChar char="•"/>
              <a:defRPr/>
            </a:lvl6pPr>
            <a:lvl7pPr marL="3840480" lvl="6" indent="-411480" algn="l">
              <a:lnSpc>
                <a:spcPct val="90000"/>
              </a:lnSpc>
              <a:spcBef>
                <a:spcPts val="600"/>
              </a:spcBef>
              <a:spcAft>
                <a:spcPts val="0"/>
              </a:spcAft>
              <a:buClr>
                <a:schemeClr val="dk1"/>
              </a:buClr>
              <a:buSzPts val="1800"/>
              <a:buChar char="•"/>
              <a:defRPr/>
            </a:lvl7pPr>
            <a:lvl8pPr marL="4389120" lvl="7" indent="-411480" algn="l">
              <a:lnSpc>
                <a:spcPct val="90000"/>
              </a:lnSpc>
              <a:spcBef>
                <a:spcPts val="600"/>
              </a:spcBef>
              <a:spcAft>
                <a:spcPts val="0"/>
              </a:spcAft>
              <a:buClr>
                <a:schemeClr val="dk1"/>
              </a:buClr>
              <a:buSzPts val="1800"/>
              <a:buChar char="•"/>
              <a:defRPr/>
            </a:lvl8pPr>
            <a:lvl9pPr marL="4937760" lvl="8" indent="-411480" algn="l">
              <a:lnSpc>
                <a:spcPct val="90000"/>
              </a:lnSpc>
              <a:spcBef>
                <a:spcPts val="600"/>
              </a:spcBef>
              <a:spcAft>
                <a:spcPts val="0"/>
              </a:spcAft>
              <a:buClr>
                <a:schemeClr val="dk1"/>
              </a:buClr>
              <a:buSzPts val="1800"/>
              <a:buChar char="•"/>
              <a:defRPr/>
            </a:lvl9pPr>
          </a:lstStyle>
          <a:p>
            <a:pPr lvl="0"/>
            <a:r>
              <a:rPr lang="en-US"/>
              <a:t>Click to edit Master text styles</a:t>
            </a:r>
          </a:p>
        </p:txBody>
      </p:sp>
      <p:sp>
        <p:nvSpPr>
          <p:cNvPr id="75" name="Google Shape;75;p22"/>
          <p:cNvSpPr txBox="1">
            <a:spLocks noGrp="1"/>
          </p:cNvSpPr>
          <p:nvPr>
            <p:ph type="body" idx="4"/>
          </p:nvPr>
        </p:nvSpPr>
        <p:spPr>
          <a:xfrm>
            <a:off x="731520" y="4418496"/>
            <a:ext cx="4239360" cy="2276208"/>
          </a:xfrm>
          <a:prstGeom prst="rect">
            <a:avLst/>
          </a:prstGeom>
          <a:noFill/>
          <a:ln>
            <a:noFill/>
          </a:ln>
        </p:spPr>
        <p:txBody>
          <a:bodyPr spcFirstLastPara="1" wrap="square" lIns="0" tIns="0" rIns="0" bIns="0" anchor="t" anchorCtr="0">
            <a:normAutofit/>
          </a:bodyPr>
          <a:lstStyle>
            <a:lvl1pPr marL="548640" lvl="0" indent="-411480" algn="l">
              <a:lnSpc>
                <a:spcPct val="90000"/>
              </a:lnSpc>
              <a:spcBef>
                <a:spcPts val="1200"/>
              </a:spcBef>
              <a:spcAft>
                <a:spcPts val="0"/>
              </a:spcAft>
              <a:buClr>
                <a:schemeClr val="dk1"/>
              </a:buClr>
              <a:buSzPts val="1800"/>
              <a:buChar char="•"/>
              <a:defRPr/>
            </a:lvl1pPr>
            <a:lvl2pPr marL="1097280" lvl="1" indent="-411480" algn="l">
              <a:lnSpc>
                <a:spcPct val="90000"/>
              </a:lnSpc>
              <a:spcBef>
                <a:spcPts val="600"/>
              </a:spcBef>
              <a:spcAft>
                <a:spcPts val="0"/>
              </a:spcAft>
              <a:buClr>
                <a:schemeClr val="dk1"/>
              </a:buClr>
              <a:buSzPts val="1800"/>
              <a:buChar char="•"/>
              <a:defRPr/>
            </a:lvl2pPr>
            <a:lvl3pPr marL="1645920" lvl="2" indent="-411480" algn="l">
              <a:lnSpc>
                <a:spcPct val="90000"/>
              </a:lnSpc>
              <a:spcBef>
                <a:spcPts val="600"/>
              </a:spcBef>
              <a:spcAft>
                <a:spcPts val="0"/>
              </a:spcAft>
              <a:buClr>
                <a:schemeClr val="dk1"/>
              </a:buClr>
              <a:buSzPts val="1800"/>
              <a:buChar char="•"/>
              <a:defRPr/>
            </a:lvl3pPr>
            <a:lvl4pPr marL="2194560" lvl="3" indent="-411480" algn="l">
              <a:lnSpc>
                <a:spcPct val="90000"/>
              </a:lnSpc>
              <a:spcBef>
                <a:spcPts val="600"/>
              </a:spcBef>
              <a:spcAft>
                <a:spcPts val="0"/>
              </a:spcAft>
              <a:buClr>
                <a:schemeClr val="dk1"/>
              </a:buClr>
              <a:buSzPts val="1800"/>
              <a:buChar char="•"/>
              <a:defRPr/>
            </a:lvl4pPr>
            <a:lvl5pPr marL="2743200" lvl="4" indent="-411480" algn="l">
              <a:lnSpc>
                <a:spcPct val="90000"/>
              </a:lnSpc>
              <a:spcBef>
                <a:spcPts val="600"/>
              </a:spcBef>
              <a:spcAft>
                <a:spcPts val="0"/>
              </a:spcAft>
              <a:buClr>
                <a:schemeClr val="dk1"/>
              </a:buClr>
              <a:buSzPts val="1800"/>
              <a:buChar char="•"/>
              <a:defRPr/>
            </a:lvl5pPr>
            <a:lvl6pPr marL="3291840" lvl="5" indent="-411480" algn="l">
              <a:lnSpc>
                <a:spcPct val="90000"/>
              </a:lnSpc>
              <a:spcBef>
                <a:spcPts val="600"/>
              </a:spcBef>
              <a:spcAft>
                <a:spcPts val="0"/>
              </a:spcAft>
              <a:buClr>
                <a:schemeClr val="dk1"/>
              </a:buClr>
              <a:buSzPts val="1800"/>
              <a:buChar char="•"/>
              <a:defRPr/>
            </a:lvl6pPr>
            <a:lvl7pPr marL="3840480" lvl="6" indent="-411480" algn="l">
              <a:lnSpc>
                <a:spcPct val="90000"/>
              </a:lnSpc>
              <a:spcBef>
                <a:spcPts val="600"/>
              </a:spcBef>
              <a:spcAft>
                <a:spcPts val="0"/>
              </a:spcAft>
              <a:buClr>
                <a:schemeClr val="dk1"/>
              </a:buClr>
              <a:buSzPts val="1800"/>
              <a:buChar char="•"/>
              <a:defRPr/>
            </a:lvl7pPr>
            <a:lvl8pPr marL="4389120" lvl="7" indent="-411480" algn="l">
              <a:lnSpc>
                <a:spcPct val="90000"/>
              </a:lnSpc>
              <a:spcBef>
                <a:spcPts val="600"/>
              </a:spcBef>
              <a:spcAft>
                <a:spcPts val="0"/>
              </a:spcAft>
              <a:buClr>
                <a:schemeClr val="dk1"/>
              </a:buClr>
              <a:buSzPts val="1800"/>
              <a:buChar char="•"/>
              <a:defRPr/>
            </a:lvl8pPr>
            <a:lvl9pPr marL="4937760" lvl="8" indent="-411480" algn="l">
              <a:lnSpc>
                <a:spcPct val="90000"/>
              </a:lnSpc>
              <a:spcBef>
                <a:spcPts val="600"/>
              </a:spcBef>
              <a:spcAft>
                <a:spcPts val="0"/>
              </a:spcAft>
              <a:buClr>
                <a:schemeClr val="dk1"/>
              </a:buClr>
              <a:buSzPts val="1800"/>
              <a:buChar char="•"/>
              <a:defRPr/>
            </a:lvl9pPr>
          </a:lstStyle>
          <a:p>
            <a:pPr lvl="0"/>
            <a:r>
              <a:rPr lang="en-US"/>
              <a:t>Click to edit Master text styles</a:t>
            </a:r>
          </a:p>
        </p:txBody>
      </p:sp>
      <p:sp>
        <p:nvSpPr>
          <p:cNvPr id="76" name="Google Shape;76;p22"/>
          <p:cNvSpPr txBox="1">
            <a:spLocks noGrp="1"/>
          </p:cNvSpPr>
          <p:nvPr>
            <p:ph type="body" idx="5"/>
          </p:nvPr>
        </p:nvSpPr>
        <p:spPr>
          <a:xfrm>
            <a:off x="5183424" y="4418496"/>
            <a:ext cx="4239360" cy="2276208"/>
          </a:xfrm>
          <a:prstGeom prst="rect">
            <a:avLst/>
          </a:prstGeom>
          <a:noFill/>
          <a:ln>
            <a:noFill/>
          </a:ln>
        </p:spPr>
        <p:txBody>
          <a:bodyPr spcFirstLastPara="1" wrap="square" lIns="0" tIns="0" rIns="0" bIns="0" anchor="t" anchorCtr="0">
            <a:normAutofit/>
          </a:bodyPr>
          <a:lstStyle>
            <a:lvl1pPr marL="548640" lvl="0" indent="-411480" algn="l">
              <a:lnSpc>
                <a:spcPct val="90000"/>
              </a:lnSpc>
              <a:spcBef>
                <a:spcPts val="1200"/>
              </a:spcBef>
              <a:spcAft>
                <a:spcPts val="0"/>
              </a:spcAft>
              <a:buClr>
                <a:schemeClr val="dk1"/>
              </a:buClr>
              <a:buSzPts val="1800"/>
              <a:buChar char="•"/>
              <a:defRPr/>
            </a:lvl1pPr>
            <a:lvl2pPr marL="1097280" lvl="1" indent="-411480" algn="l">
              <a:lnSpc>
                <a:spcPct val="90000"/>
              </a:lnSpc>
              <a:spcBef>
                <a:spcPts val="600"/>
              </a:spcBef>
              <a:spcAft>
                <a:spcPts val="0"/>
              </a:spcAft>
              <a:buClr>
                <a:schemeClr val="dk1"/>
              </a:buClr>
              <a:buSzPts val="1800"/>
              <a:buChar char="•"/>
              <a:defRPr/>
            </a:lvl2pPr>
            <a:lvl3pPr marL="1645920" lvl="2" indent="-411480" algn="l">
              <a:lnSpc>
                <a:spcPct val="90000"/>
              </a:lnSpc>
              <a:spcBef>
                <a:spcPts val="600"/>
              </a:spcBef>
              <a:spcAft>
                <a:spcPts val="0"/>
              </a:spcAft>
              <a:buClr>
                <a:schemeClr val="dk1"/>
              </a:buClr>
              <a:buSzPts val="1800"/>
              <a:buChar char="•"/>
              <a:defRPr/>
            </a:lvl3pPr>
            <a:lvl4pPr marL="2194560" lvl="3" indent="-411480" algn="l">
              <a:lnSpc>
                <a:spcPct val="90000"/>
              </a:lnSpc>
              <a:spcBef>
                <a:spcPts val="600"/>
              </a:spcBef>
              <a:spcAft>
                <a:spcPts val="0"/>
              </a:spcAft>
              <a:buClr>
                <a:schemeClr val="dk1"/>
              </a:buClr>
              <a:buSzPts val="1800"/>
              <a:buChar char="•"/>
              <a:defRPr/>
            </a:lvl4pPr>
            <a:lvl5pPr marL="2743200" lvl="4" indent="-411480" algn="l">
              <a:lnSpc>
                <a:spcPct val="90000"/>
              </a:lnSpc>
              <a:spcBef>
                <a:spcPts val="600"/>
              </a:spcBef>
              <a:spcAft>
                <a:spcPts val="0"/>
              </a:spcAft>
              <a:buClr>
                <a:schemeClr val="dk1"/>
              </a:buClr>
              <a:buSzPts val="1800"/>
              <a:buChar char="•"/>
              <a:defRPr/>
            </a:lvl5pPr>
            <a:lvl6pPr marL="3291840" lvl="5" indent="-411480" algn="l">
              <a:lnSpc>
                <a:spcPct val="90000"/>
              </a:lnSpc>
              <a:spcBef>
                <a:spcPts val="600"/>
              </a:spcBef>
              <a:spcAft>
                <a:spcPts val="0"/>
              </a:spcAft>
              <a:buClr>
                <a:schemeClr val="dk1"/>
              </a:buClr>
              <a:buSzPts val="1800"/>
              <a:buChar char="•"/>
              <a:defRPr/>
            </a:lvl6pPr>
            <a:lvl7pPr marL="3840480" lvl="6" indent="-411480" algn="l">
              <a:lnSpc>
                <a:spcPct val="90000"/>
              </a:lnSpc>
              <a:spcBef>
                <a:spcPts val="600"/>
              </a:spcBef>
              <a:spcAft>
                <a:spcPts val="0"/>
              </a:spcAft>
              <a:buClr>
                <a:schemeClr val="dk1"/>
              </a:buClr>
              <a:buSzPts val="1800"/>
              <a:buChar char="•"/>
              <a:defRPr/>
            </a:lvl7pPr>
            <a:lvl8pPr marL="4389120" lvl="7" indent="-411480" algn="l">
              <a:lnSpc>
                <a:spcPct val="90000"/>
              </a:lnSpc>
              <a:spcBef>
                <a:spcPts val="600"/>
              </a:spcBef>
              <a:spcAft>
                <a:spcPts val="0"/>
              </a:spcAft>
              <a:buClr>
                <a:schemeClr val="dk1"/>
              </a:buClr>
              <a:buSzPts val="1800"/>
              <a:buChar char="•"/>
              <a:defRPr/>
            </a:lvl8pPr>
            <a:lvl9pPr marL="4937760" lvl="8" indent="-411480" algn="l">
              <a:lnSpc>
                <a:spcPct val="90000"/>
              </a:lnSpc>
              <a:spcBef>
                <a:spcPts val="600"/>
              </a:spcBef>
              <a:spcAft>
                <a:spcPts val="0"/>
              </a:spcAft>
              <a:buClr>
                <a:schemeClr val="dk1"/>
              </a:buClr>
              <a:buSzPts val="1800"/>
              <a:buChar char="•"/>
              <a:defRPr/>
            </a:lvl9pPr>
          </a:lstStyle>
          <a:p>
            <a:pPr lvl="0"/>
            <a:r>
              <a:rPr lang="en-US"/>
              <a:t>Click to edit Master text styles</a:t>
            </a:r>
          </a:p>
        </p:txBody>
      </p:sp>
      <p:sp>
        <p:nvSpPr>
          <p:cNvPr id="77" name="Google Shape;77;p22"/>
          <p:cNvSpPr txBox="1">
            <a:spLocks noGrp="1"/>
          </p:cNvSpPr>
          <p:nvPr>
            <p:ph type="body" idx="6"/>
          </p:nvPr>
        </p:nvSpPr>
        <p:spPr>
          <a:xfrm>
            <a:off x="9635328" y="4418496"/>
            <a:ext cx="4239360" cy="2276208"/>
          </a:xfrm>
          <a:prstGeom prst="rect">
            <a:avLst/>
          </a:prstGeom>
          <a:noFill/>
          <a:ln>
            <a:noFill/>
          </a:ln>
        </p:spPr>
        <p:txBody>
          <a:bodyPr spcFirstLastPara="1" wrap="square" lIns="0" tIns="0" rIns="0" bIns="0" anchor="t" anchorCtr="0">
            <a:normAutofit/>
          </a:bodyPr>
          <a:lstStyle>
            <a:lvl1pPr marL="548640" lvl="0" indent="-411480" algn="l">
              <a:lnSpc>
                <a:spcPct val="90000"/>
              </a:lnSpc>
              <a:spcBef>
                <a:spcPts val="1200"/>
              </a:spcBef>
              <a:spcAft>
                <a:spcPts val="0"/>
              </a:spcAft>
              <a:buClr>
                <a:schemeClr val="dk1"/>
              </a:buClr>
              <a:buSzPts val="1800"/>
              <a:buChar char="•"/>
              <a:defRPr/>
            </a:lvl1pPr>
            <a:lvl2pPr marL="1097280" lvl="1" indent="-411480" algn="l">
              <a:lnSpc>
                <a:spcPct val="90000"/>
              </a:lnSpc>
              <a:spcBef>
                <a:spcPts val="600"/>
              </a:spcBef>
              <a:spcAft>
                <a:spcPts val="0"/>
              </a:spcAft>
              <a:buClr>
                <a:schemeClr val="dk1"/>
              </a:buClr>
              <a:buSzPts val="1800"/>
              <a:buChar char="•"/>
              <a:defRPr/>
            </a:lvl2pPr>
            <a:lvl3pPr marL="1645920" lvl="2" indent="-411480" algn="l">
              <a:lnSpc>
                <a:spcPct val="90000"/>
              </a:lnSpc>
              <a:spcBef>
                <a:spcPts val="600"/>
              </a:spcBef>
              <a:spcAft>
                <a:spcPts val="0"/>
              </a:spcAft>
              <a:buClr>
                <a:schemeClr val="dk1"/>
              </a:buClr>
              <a:buSzPts val="1800"/>
              <a:buChar char="•"/>
              <a:defRPr/>
            </a:lvl3pPr>
            <a:lvl4pPr marL="2194560" lvl="3" indent="-411480" algn="l">
              <a:lnSpc>
                <a:spcPct val="90000"/>
              </a:lnSpc>
              <a:spcBef>
                <a:spcPts val="600"/>
              </a:spcBef>
              <a:spcAft>
                <a:spcPts val="0"/>
              </a:spcAft>
              <a:buClr>
                <a:schemeClr val="dk1"/>
              </a:buClr>
              <a:buSzPts val="1800"/>
              <a:buChar char="•"/>
              <a:defRPr/>
            </a:lvl4pPr>
            <a:lvl5pPr marL="2743200" lvl="4" indent="-411480" algn="l">
              <a:lnSpc>
                <a:spcPct val="90000"/>
              </a:lnSpc>
              <a:spcBef>
                <a:spcPts val="600"/>
              </a:spcBef>
              <a:spcAft>
                <a:spcPts val="0"/>
              </a:spcAft>
              <a:buClr>
                <a:schemeClr val="dk1"/>
              </a:buClr>
              <a:buSzPts val="1800"/>
              <a:buChar char="•"/>
              <a:defRPr/>
            </a:lvl5pPr>
            <a:lvl6pPr marL="3291840" lvl="5" indent="-411480" algn="l">
              <a:lnSpc>
                <a:spcPct val="90000"/>
              </a:lnSpc>
              <a:spcBef>
                <a:spcPts val="600"/>
              </a:spcBef>
              <a:spcAft>
                <a:spcPts val="0"/>
              </a:spcAft>
              <a:buClr>
                <a:schemeClr val="dk1"/>
              </a:buClr>
              <a:buSzPts val="1800"/>
              <a:buChar char="•"/>
              <a:defRPr/>
            </a:lvl6pPr>
            <a:lvl7pPr marL="3840480" lvl="6" indent="-411480" algn="l">
              <a:lnSpc>
                <a:spcPct val="90000"/>
              </a:lnSpc>
              <a:spcBef>
                <a:spcPts val="600"/>
              </a:spcBef>
              <a:spcAft>
                <a:spcPts val="0"/>
              </a:spcAft>
              <a:buClr>
                <a:schemeClr val="dk1"/>
              </a:buClr>
              <a:buSzPts val="1800"/>
              <a:buChar char="•"/>
              <a:defRPr/>
            </a:lvl7pPr>
            <a:lvl8pPr marL="4389120" lvl="7" indent="-411480" algn="l">
              <a:lnSpc>
                <a:spcPct val="90000"/>
              </a:lnSpc>
              <a:spcBef>
                <a:spcPts val="600"/>
              </a:spcBef>
              <a:spcAft>
                <a:spcPts val="0"/>
              </a:spcAft>
              <a:buClr>
                <a:schemeClr val="dk1"/>
              </a:buClr>
              <a:buSzPts val="1800"/>
              <a:buChar char="•"/>
              <a:defRPr/>
            </a:lvl8pPr>
            <a:lvl9pPr marL="4937760" lvl="8" indent="-411480" algn="l">
              <a:lnSpc>
                <a:spcPct val="90000"/>
              </a:lnSpc>
              <a:spcBef>
                <a:spcPts val="600"/>
              </a:spcBef>
              <a:spcAft>
                <a:spcPts val="0"/>
              </a:spcAft>
              <a:buClr>
                <a:schemeClr val="dk1"/>
              </a:buClr>
              <a:buSzPts val="1800"/>
              <a:buChar char="•"/>
              <a:defRPr/>
            </a:lvl9pPr>
          </a:lstStyle>
          <a:p>
            <a:pPr lvl="0"/>
            <a:r>
              <a:rPr lang="en-US"/>
              <a:t>Click to edit Master text styles</a:t>
            </a:r>
          </a:p>
        </p:txBody>
      </p:sp>
    </p:spTree>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1 master">
    <p:bg>
      <p:bgPr>
        <a:solidFill>
          <a:srgbClr val="000000"/>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2 master">
    <p:bg>
      <p:bgPr>
        <a:solidFill>
          <a:srgbClr val="000000"/>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3 master">
    <p:bg>
      <p:bgPr>
        <a:solidFill>
          <a:srgbClr val="000000"/>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4 master">
    <p:bg>
      <p:bgPr>
        <a:solidFill>
          <a:srgbClr val="000000"/>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bg>
      <p:bgPr>
        <a:solidFill>
          <a:srgbClr val="000000"/>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7 master">
    <p:bg>
      <p:bgPr>
        <a:solidFill>
          <a:srgbClr val="000000"/>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8 master">
    <p:bg>
      <p:bgPr>
        <a:solidFill>
          <a:srgbClr val="000000"/>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9 master">
    <p:bg>
      <p:bgPr>
        <a:solidFill>
          <a:srgbClr val="000000"/>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835200" y="473286"/>
            <a:ext cx="12960000" cy="950400"/>
          </a:xfrm>
        </p:spPr>
        <p:txBody>
          <a:bodyPr lIns="0" tIns="0" rIns="0" bIns="0"/>
          <a:lstStyle>
            <a:lvl1pPr algn="l" fontAlgn="base">
              <a:defRPr sz="3840">
                <a:solidFill>
                  <a:schemeClr val="tx1">
                    <a:lumMod val="85000"/>
                    <a:lumOff val="15000"/>
                  </a:schemeClr>
                </a:solidFill>
                <a:latin typeface="+mj-lt"/>
              </a:defRPr>
            </a:lvl1pPr>
          </a:lstStyle>
          <a:p>
            <a:r>
              <a:rPr lang="en-US"/>
              <a:t>Click to add title</a:t>
            </a:r>
          </a:p>
        </p:txBody>
      </p:sp>
      <p:sp>
        <p:nvSpPr>
          <p:cNvPr id="3" name="日期占位符 2"/>
          <p:cNvSpPr>
            <a:spLocks noGrp="1"/>
          </p:cNvSpPr>
          <p:nvPr>
            <p:ph type="dt" sz="half" idx="10"/>
            <p:custDataLst>
              <p:tags r:id="rId2"/>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p>
        </p:txBody>
      </p:sp>
      <p:sp>
        <p:nvSpPr>
          <p:cNvPr id="4" name="页脚占位符 3"/>
          <p:cNvSpPr>
            <a:spLocks noGrp="1"/>
          </p:cNvSpPr>
          <p:nvPr>
            <p:ph type="ftr" sz="quarter" idx="11"/>
            <p:custDataLst>
              <p:tags r:id="rId3"/>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4"/>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jpe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10"/>
          <p:cNvSpPr/>
          <p:nvPr/>
        </p:nvSpPr>
        <p:spPr>
          <a:xfrm>
            <a:off x="0" y="0"/>
            <a:ext cx="14629824" cy="1005264"/>
          </a:xfrm>
          <a:prstGeom prst="rect">
            <a:avLst/>
          </a:prstGeom>
          <a:solidFill>
            <a:srgbClr val="FF3300"/>
          </a:solidFill>
          <a:ln>
            <a:noFill/>
          </a:ln>
        </p:spPr>
        <p:txBody>
          <a:bodyPr spcFirstLastPara="1" wrap="square" lIns="109710" tIns="109710" rIns="109710" bIns="10971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68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 name="Google Shape;11;p10"/>
          <p:cNvSpPr/>
          <p:nvPr/>
        </p:nvSpPr>
        <p:spPr>
          <a:xfrm rot="10800000" flipH="1">
            <a:off x="0" y="8045568"/>
            <a:ext cx="14629824" cy="237168"/>
          </a:xfrm>
          <a:prstGeom prst="rect">
            <a:avLst/>
          </a:prstGeom>
          <a:solidFill>
            <a:srgbClr val="FF0000"/>
          </a:solidFill>
          <a:ln>
            <a:noFill/>
          </a:ln>
        </p:spPr>
        <p:txBody>
          <a:bodyPr spcFirstLastPara="1" wrap="square" lIns="109710" tIns="109710" rIns="109710" bIns="10971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68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12" name="Google Shape;12;p10" descr="LOGO.gif"/>
          <p:cNvPicPr preferRelativeResize="0"/>
          <p:nvPr/>
        </p:nvPicPr>
        <p:blipFill rotWithShape="1">
          <a:blip r:embed="rId23"/>
          <a:srcRect b="10718"/>
          <a:stretch>
            <a:fillRect/>
          </a:stretch>
        </p:blipFill>
        <p:spPr>
          <a:xfrm>
            <a:off x="10484928" y="274320"/>
            <a:ext cx="3291264" cy="761616"/>
          </a:xfrm>
          <a:prstGeom prst="rect">
            <a:avLst/>
          </a:prstGeom>
          <a:noFill/>
          <a:ln>
            <a:noFill/>
          </a:ln>
        </p:spPr>
      </p:pic>
      <p:pic>
        <p:nvPicPr>
          <p:cNvPr id="13" name="Google Shape;13;p10" descr="LOGO.gif"/>
          <p:cNvPicPr preferRelativeResize="0"/>
          <p:nvPr/>
        </p:nvPicPr>
        <p:blipFill rotWithShape="1">
          <a:blip r:embed="rId23"/>
          <a:srcRect b="10718"/>
          <a:stretch>
            <a:fillRect/>
          </a:stretch>
        </p:blipFill>
        <p:spPr>
          <a:xfrm>
            <a:off x="10484928" y="274320"/>
            <a:ext cx="3291264" cy="761616"/>
          </a:xfrm>
          <a:prstGeom prst="rect">
            <a:avLst/>
          </a:prstGeom>
          <a:noFill/>
          <a:ln>
            <a:noFill/>
          </a:ln>
        </p:spPr>
      </p:pic>
      <p:grpSp>
        <p:nvGrpSpPr>
          <p:cNvPr id="14" name="Google Shape;14;p10"/>
          <p:cNvGrpSpPr/>
          <p:nvPr/>
        </p:nvGrpSpPr>
        <p:grpSpPr>
          <a:xfrm>
            <a:off x="9834624" y="0"/>
            <a:ext cx="4795200" cy="1051056"/>
            <a:chOff x="6146640" y="0"/>
            <a:chExt cx="2997000" cy="875880"/>
          </a:xfrm>
        </p:grpSpPr>
        <p:sp>
          <p:nvSpPr>
            <p:cNvPr id="15" name="Google Shape;15;p10"/>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68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16" name="Google Shape;16;p10" descr="LOGO.gif"/>
            <p:cNvPicPr preferRelativeResize="0"/>
            <p:nvPr/>
          </p:nvPicPr>
          <p:blipFill rotWithShape="1">
            <a:blip r:embed="rId23"/>
            <a:srcRect b="10718"/>
            <a:stretch>
              <a:fillRect/>
            </a:stretch>
          </p:blipFill>
          <p:spPr>
            <a:xfrm>
              <a:off x="6553080" y="228600"/>
              <a:ext cx="2057040" cy="634680"/>
            </a:xfrm>
            <a:prstGeom prst="rect">
              <a:avLst/>
            </a:prstGeom>
            <a:noFill/>
            <a:ln>
              <a:noFill/>
            </a:ln>
          </p:spPr>
        </p:pic>
        <p:sp>
          <p:nvSpPr>
            <p:cNvPr id="17" name="Google Shape;17;p10"/>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68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pic>
        <p:nvPicPr>
          <p:cNvPr id="18" name="Google Shape;18;p10" descr="logo.jpg"/>
          <p:cNvPicPr preferRelativeResize="0"/>
          <p:nvPr/>
        </p:nvPicPr>
        <p:blipFill rotWithShape="1">
          <a:blip r:embed="rId24"/>
          <a:srcRect/>
          <a:stretch>
            <a:fillRect/>
          </a:stretch>
        </p:blipFill>
        <p:spPr>
          <a:xfrm>
            <a:off x="10484928" y="274320"/>
            <a:ext cx="3072960" cy="730944"/>
          </a:xfrm>
          <a:prstGeom prst="rect">
            <a:avLst/>
          </a:prstGeom>
          <a:noFill/>
          <a:ln>
            <a:noFill/>
          </a:ln>
        </p:spPr>
      </p:pic>
      <p:pic>
        <p:nvPicPr>
          <p:cNvPr id="19" name="Google Shape;19;p10" descr="LOGO.gif"/>
          <p:cNvPicPr preferRelativeResize="0"/>
          <p:nvPr/>
        </p:nvPicPr>
        <p:blipFill rotWithShape="1">
          <a:blip r:embed="rId23"/>
          <a:srcRect b="10718"/>
          <a:stretch>
            <a:fillRect/>
          </a:stretch>
        </p:blipFill>
        <p:spPr>
          <a:xfrm>
            <a:off x="10484928" y="274320"/>
            <a:ext cx="3291264" cy="761616"/>
          </a:xfrm>
          <a:prstGeom prst="rect">
            <a:avLst/>
          </a:prstGeom>
          <a:noFill/>
          <a:ln>
            <a:noFill/>
          </a:ln>
        </p:spPr>
      </p:pic>
      <p:grpSp>
        <p:nvGrpSpPr>
          <p:cNvPr id="20" name="Google Shape;20;p10"/>
          <p:cNvGrpSpPr/>
          <p:nvPr/>
        </p:nvGrpSpPr>
        <p:grpSpPr>
          <a:xfrm>
            <a:off x="9834624" y="0"/>
            <a:ext cx="4795200" cy="1051056"/>
            <a:chOff x="6146640" y="0"/>
            <a:chExt cx="2997000" cy="875880"/>
          </a:xfrm>
        </p:grpSpPr>
        <p:sp>
          <p:nvSpPr>
            <p:cNvPr id="21" name="Google Shape;21;p10"/>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68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2" name="Google Shape;22;p10" descr="LOGO.gif"/>
            <p:cNvPicPr preferRelativeResize="0"/>
            <p:nvPr/>
          </p:nvPicPr>
          <p:blipFill rotWithShape="1">
            <a:blip r:embed="rId23"/>
            <a:srcRect b="10718"/>
            <a:stretch>
              <a:fillRect/>
            </a:stretch>
          </p:blipFill>
          <p:spPr>
            <a:xfrm>
              <a:off x="6553080" y="228600"/>
              <a:ext cx="2057040" cy="634680"/>
            </a:xfrm>
            <a:prstGeom prst="rect">
              <a:avLst/>
            </a:prstGeom>
            <a:noFill/>
            <a:ln>
              <a:noFill/>
            </a:ln>
          </p:spPr>
        </p:pic>
        <p:sp>
          <p:nvSpPr>
            <p:cNvPr id="23" name="Google Shape;23;p10"/>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68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pic>
        <p:nvPicPr>
          <p:cNvPr id="24" name="Google Shape;24;p10" descr="logo.jpg"/>
          <p:cNvPicPr preferRelativeResize="0"/>
          <p:nvPr/>
        </p:nvPicPr>
        <p:blipFill rotWithShape="1">
          <a:blip r:embed="rId24"/>
          <a:srcRect/>
          <a:stretch>
            <a:fillRect/>
          </a:stretch>
        </p:blipFill>
        <p:spPr>
          <a:xfrm>
            <a:off x="10484928" y="274320"/>
            <a:ext cx="3072960" cy="730944"/>
          </a:xfrm>
          <a:prstGeom prst="rect">
            <a:avLst/>
          </a:prstGeom>
          <a:noFill/>
          <a:ln>
            <a:noFill/>
          </a:ln>
        </p:spPr>
      </p:pic>
      <p:sp>
        <p:nvSpPr>
          <p:cNvPr id="25" name="Google Shape;25;p10"/>
          <p:cNvSpPr txBox="1">
            <a:spLocks noGrp="1"/>
          </p:cNvSpPr>
          <p:nvPr>
            <p:ph type="title"/>
          </p:nvPr>
        </p:nvSpPr>
        <p:spPr>
          <a:xfrm>
            <a:off x="0" y="0"/>
            <a:ext cx="10362816" cy="1005264"/>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
        <p:nvSpPr>
          <p:cNvPr id="26" name="Google Shape;26;p10"/>
          <p:cNvSpPr txBox="1">
            <a:spLocks noGrp="1"/>
          </p:cNvSpPr>
          <p:nvPr>
            <p:ph type="body" idx="1"/>
          </p:nvPr>
        </p:nvSpPr>
        <p:spPr>
          <a:xfrm>
            <a:off x="731520" y="1645920"/>
            <a:ext cx="13166784" cy="5430672"/>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27" name="Google Shape;27;p10"/>
          <p:cNvSpPr txBox="1">
            <a:spLocks noGrp="1"/>
          </p:cNvSpPr>
          <p:nvPr>
            <p:ph type="dt" idx="10"/>
          </p:nvPr>
        </p:nvSpPr>
        <p:spPr>
          <a:xfrm>
            <a:off x="731520" y="7627824"/>
            <a:ext cx="3413376" cy="437616"/>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216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216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216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216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216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216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216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216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216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28" name="Google Shape;28;p10"/>
          <p:cNvSpPr txBox="1">
            <a:spLocks noGrp="1"/>
          </p:cNvSpPr>
          <p:nvPr>
            <p:ph type="ftr" idx="11"/>
          </p:nvPr>
        </p:nvSpPr>
        <p:spPr>
          <a:xfrm>
            <a:off x="4998528" y="7627824"/>
            <a:ext cx="4632192" cy="437616"/>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216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216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216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216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216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216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216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216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216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29" name="Google Shape;29;p10"/>
          <p:cNvSpPr txBox="1">
            <a:spLocks noGrp="1"/>
          </p:cNvSpPr>
          <p:nvPr>
            <p:ph type="sldNum" idx="12"/>
          </p:nvPr>
        </p:nvSpPr>
        <p:spPr>
          <a:xfrm>
            <a:off x="10484928" y="7627824"/>
            <a:ext cx="3413376" cy="437616"/>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44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44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44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44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44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44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44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44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44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fld id="{00000000-1234-1234-1234-123412341234}" type="slidenum">
              <a:rPr lang="en-US" smtClean="0"/>
              <a:t>‹#›</a:t>
            </a:fld>
            <a:endParaRPr lang="en-US">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6" r:id="rId17"/>
    <p:sldLayoutId id="2147483667" r:id="rId18"/>
    <p:sldLayoutId id="2147483668" r:id="rId19"/>
    <p:sldLayoutId id="2147483669" r:id="rId20"/>
    <p:sldLayoutId id="2147483670" r:id="rId2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panose="020B0604020202020204"/>
        <a:defRPr sz="168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eaLnBrk="1" hangingPunct="1">
        <a:lnSpc>
          <a:spcPct val="100000"/>
        </a:lnSpc>
        <a:spcBef>
          <a:spcPts val="0"/>
        </a:spcBef>
        <a:spcAft>
          <a:spcPts val="0"/>
        </a:spcAft>
        <a:buClr>
          <a:srgbClr val="000000"/>
        </a:buClr>
        <a:buFont typeface="Arial" panose="020B0604020202020204"/>
        <a:defRPr sz="168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eaLnBrk="1" hangingPunct="1">
        <a:lnSpc>
          <a:spcPct val="100000"/>
        </a:lnSpc>
        <a:spcBef>
          <a:spcPts val="0"/>
        </a:spcBef>
        <a:spcAft>
          <a:spcPts val="0"/>
        </a:spcAft>
        <a:buClr>
          <a:srgbClr val="000000"/>
        </a:buClr>
        <a:buFont typeface="Arial" panose="020B0604020202020204"/>
        <a:defRPr sz="168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eaLnBrk="1" hangingPunct="1">
        <a:lnSpc>
          <a:spcPct val="100000"/>
        </a:lnSpc>
        <a:spcBef>
          <a:spcPts val="0"/>
        </a:spcBef>
        <a:spcAft>
          <a:spcPts val="0"/>
        </a:spcAft>
        <a:buClr>
          <a:srgbClr val="000000"/>
        </a:buClr>
        <a:buFont typeface="Arial" panose="020B0604020202020204"/>
        <a:defRPr sz="168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eaLnBrk="1" hangingPunct="1">
        <a:lnSpc>
          <a:spcPct val="100000"/>
        </a:lnSpc>
        <a:spcBef>
          <a:spcPts val="0"/>
        </a:spcBef>
        <a:spcAft>
          <a:spcPts val="0"/>
        </a:spcAft>
        <a:buClr>
          <a:srgbClr val="000000"/>
        </a:buClr>
        <a:buFont typeface="Arial" panose="020B0604020202020204"/>
        <a:defRPr sz="168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eaLnBrk="1" hangingPunct="1">
        <a:lnSpc>
          <a:spcPct val="100000"/>
        </a:lnSpc>
        <a:spcBef>
          <a:spcPts val="0"/>
        </a:spcBef>
        <a:spcAft>
          <a:spcPts val="0"/>
        </a:spcAft>
        <a:buClr>
          <a:srgbClr val="000000"/>
        </a:buClr>
        <a:buFont typeface="Arial" panose="020B0604020202020204"/>
        <a:defRPr sz="168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eaLnBrk="1" hangingPunct="1">
        <a:lnSpc>
          <a:spcPct val="100000"/>
        </a:lnSpc>
        <a:spcBef>
          <a:spcPts val="0"/>
        </a:spcBef>
        <a:spcAft>
          <a:spcPts val="0"/>
        </a:spcAft>
        <a:buClr>
          <a:srgbClr val="000000"/>
        </a:buClr>
        <a:buFont typeface="Arial" panose="020B0604020202020204"/>
        <a:defRPr sz="168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eaLnBrk="1" hangingPunct="1">
        <a:lnSpc>
          <a:spcPct val="100000"/>
        </a:lnSpc>
        <a:spcBef>
          <a:spcPts val="0"/>
        </a:spcBef>
        <a:spcAft>
          <a:spcPts val="0"/>
        </a:spcAft>
        <a:buClr>
          <a:srgbClr val="000000"/>
        </a:buClr>
        <a:buFont typeface="Arial" panose="020B0604020202020204"/>
        <a:defRPr sz="168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eaLnBrk="1" hangingPunct="1">
        <a:lnSpc>
          <a:spcPct val="100000"/>
        </a:lnSpc>
        <a:spcBef>
          <a:spcPts val="0"/>
        </a:spcBef>
        <a:spcAft>
          <a:spcPts val="0"/>
        </a:spcAft>
        <a:buClr>
          <a:srgbClr val="000000"/>
        </a:buClr>
        <a:buFont typeface="Arial" panose="020B0604020202020204"/>
        <a:defRPr sz="168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panose="020B0604020202020204"/>
        <a:defRPr sz="168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eaLnBrk="1" hangingPunct="1">
        <a:lnSpc>
          <a:spcPct val="100000"/>
        </a:lnSpc>
        <a:spcBef>
          <a:spcPts val="0"/>
        </a:spcBef>
        <a:spcAft>
          <a:spcPts val="0"/>
        </a:spcAft>
        <a:buClr>
          <a:srgbClr val="000000"/>
        </a:buClr>
        <a:buFont typeface="Arial" panose="020B0604020202020204"/>
        <a:defRPr sz="168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eaLnBrk="1" hangingPunct="1">
        <a:lnSpc>
          <a:spcPct val="100000"/>
        </a:lnSpc>
        <a:spcBef>
          <a:spcPts val="0"/>
        </a:spcBef>
        <a:spcAft>
          <a:spcPts val="0"/>
        </a:spcAft>
        <a:buClr>
          <a:srgbClr val="000000"/>
        </a:buClr>
        <a:buFont typeface="Arial" panose="020B0604020202020204"/>
        <a:defRPr sz="168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eaLnBrk="1" hangingPunct="1">
        <a:lnSpc>
          <a:spcPct val="100000"/>
        </a:lnSpc>
        <a:spcBef>
          <a:spcPts val="0"/>
        </a:spcBef>
        <a:spcAft>
          <a:spcPts val="0"/>
        </a:spcAft>
        <a:buClr>
          <a:srgbClr val="000000"/>
        </a:buClr>
        <a:buFont typeface="Arial" panose="020B0604020202020204"/>
        <a:defRPr sz="168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eaLnBrk="1" hangingPunct="1">
        <a:lnSpc>
          <a:spcPct val="100000"/>
        </a:lnSpc>
        <a:spcBef>
          <a:spcPts val="0"/>
        </a:spcBef>
        <a:spcAft>
          <a:spcPts val="0"/>
        </a:spcAft>
        <a:buClr>
          <a:srgbClr val="000000"/>
        </a:buClr>
        <a:buFont typeface="Arial" panose="020B0604020202020204"/>
        <a:defRPr sz="168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eaLnBrk="1" hangingPunct="1">
        <a:lnSpc>
          <a:spcPct val="100000"/>
        </a:lnSpc>
        <a:spcBef>
          <a:spcPts val="0"/>
        </a:spcBef>
        <a:spcAft>
          <a:spcPts val="0"/>
        </a:spcAft>
        <a:buClr>
          <a:srgbClr val="000000"/>
        </a:buClr>
        <a:buFont typeface="Arial" panose="020B0604020202020204"/>
        <a:defRPr sz="168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eaLnBrk="1" hangingPunct="1">
        <a:lnSpc>
          <a:spcPct val="100000"/>
        </a:lnSpc>
        <a:spcBef>
          <a:spcPts val="0"/>
        </a:spcBef>
        <a:spcAft>
          <a:spcPts val="0"/>
        </a:spcAft>
        <a:buClr>
          <a:srgbClr val="000000"/>
        </a:buClr>
        <a:buFont typeface="Arial" panose="020B0604020202020204"/>
        <a:defRPr sz="168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eaLnBrk="1" hangingPunct="1">
        <a:lnSpc>
          <a:spcPct val="100000"/>
        </a:lnSpc>
        <a:spcBef>
          <a:spcPts val="0"/>
        </a:spcBef>
        <a:spcAft>
          <a:spcPts val="0"/>
        </a:spcAft>
        <a:buClr>
          <a:srgbClr val="000000"/>
        </a:buClr>
        <a:buFont typeface="Arial" panose="020B0604020202020204"/>
        <a:defRPr sz="168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eaLnBrk="1" hangingPunct="1">
        <a:lnSpc>
          <a:spcPct val="100000"/>
        </a:lnSpc>
        <a:spcBef>
          <a:spcPts val="0"/>
        </a:spcBef>
        <a:spcAft>
          <a:spcPts val="0"/>
        </a:spcAft>
        <a:buClr>
          <a:srgbClr val="000000"/>
        </a:buClr>
        <a:buFont typeface="Arial" panose="020B0604020202020204"/>
        <a:defRPr sz="168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panose="020B0604020202020204"/>
        <a:defRPr sz="168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eaLnBrk="1" hangingPunct="1">
        <a:lnSpc>
          <a:spcPct val="100000"/>
        </a:lnSpc>
        <a:spcBef>
          <a:spcPts val="0"/>
        </a:spcBef>
        <a:spcAft>
          <a:spcPts val="0"/>
        </a:spcAft>
        <a:buClr>
          <a:srgbClr val="000000"/>
        </a:buClr>
        <a:buFont typeface="Arial" panose="020B0604020202020204"/>
        <a:defRPr sz="168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eaLnBrk="1" hangingPunct="1">
        <a:lnSpc>
          <a:spcPct val="100000"/>
        </a:lnSpc>
        <a:spcBef>
          <a:spcPts val="0"/>
        </a:spcBef>
        <a:spcAft>
          <a:spcPts val="0"/>
        </a:spcAft>
        <a:buClr>
          <a:srgbClr val="000000"/>
        </a:buClr>
        <a:buFont typeface="Arial" panose="020B0604020202020204"/>
        <a:defRPr sz="168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eaLnBrk="1" hangingPunct="1">
        <a:lnSpc>
          <a:spcPct val="100000"/>
        </a:lnSpc>
        <a:spcBef>
          <a:spcPts val="0"/>
        </a:spcBef>
        <a:spcAft>
          <a:spcPts val="0"/>
        </a:spcAft>
        <a:buClr>
          <a:srgbClr val="000000"/>
        </a:buClr>
        <a:buFont typeface="Arial" panose="020B0604020202020204"/>
        <a:defRPr sz="168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eaLnBrk="1" hangingPunct="1">
        <a:lnSpc>
          <a:spcPct val="100000"/>
        </a:lnSpc>
        <a:spcBef>
          <a:spcPts val="0"/>
        </a:spcBef>
        <a:spcAft>
          <a:spcPts val="0"/>
        </a:spcAft>
        <a:buClr>
          <a:srgbClr val="000000"/>
        </a:buClr>
        <a:buFont typeface="Arial" panose="020B0604020202020204"/>
        <a:defRPr sz="168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eaLnBrk="1" hangingPunct="1">
        <a:lnSpc>
          <a:spcPct val="100000"/>
        </a:lnSpc>
        <a:spcBef>
          <a:spcPts val="0"/>
        </a:spcBef>
        <a:spcAft>
          <a:spcPts val="0"/>
        </a:spcAft>
        <a:buClr>
          <a:srgbClr val="000000"/>
        </a:buClr>
        <a:buFont typeface="Arial" panose="020B0604020202020204"/>
        <a:defRPr sz="168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eaLnBrk="1" hangingPunct="1">
        <a:lnSpc>
          <a:spcPct val="100000"/>
        </a:lnSpc>
        <a:spcBef>
          <a:spcPts val="0"/>
        </a:spcBef>
        <a:spcAft>
          <a:spcPts val="0"/>
        </a:spcAft>
        <a:buClr>
          <a:srgbClr val="000000"/>
        </a:buClr>
        <a:buFont typeface="Arial" panose="020B0604020202020204"/>
        <a:defRPr sz="168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eaLnBrk="1" hangingPunct="1">
        <a:lnSpc>
          <a:spcPct val="100000"/>
        </a:lnSpc>
        <a:spcBef>
          <a:spcPts val="0"/>
        </a:spcBef>
        <a:spcAft>
          <a:spcPts val="0"/>
        </a:spcAft>
        <a:buClr>
          <a:srgbClr val="000000"/>
        </a:buClr>
        <a:buFont typeface="Arial" panose="020B0604020202020204"/>
        <a:defRPr sz="168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eaLnBrk="1" hangingPunct="1">
        <a:lnSpc>
          <a:spcPct val="100000"/>
        </a:lnSpc>
        <a:spcBef>
          <a:spcPts val="0"/>
        </a:spcBef>
        <a:spcAft>
          <a:spcPts val="0"/>
        </a:spcAft>
        <a:buClr>
          <a:srgbClr val="000000"/>
        </a:buClr>
        <a:buFont typeface="Arial" panose="020B0604020202020204"/>
        <a:defRPr sz="168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8" Type="http://schemas.openxmlformats.org/officeDocument/2006/relationships/tags" Target="../tags/tag12.xml"/><Relationship Id="rId13" Type="http://schemas.openxmlformats.org/officeDocument/2006/relationships/image" Target="../media/image5.png"/><Relationship Id="rId3" Type="http://schemas.openxmlformats.org/officeDocument/2006/relationships/tags" Target="../tags/tag7.xml"/><Relationship Id="rId7" Type="http://schemas.openxmlformats.org/officeDocument/2006/relationships/tags" Target="../tags/tag11.xml"/><Relationship Id="rId12" Type="http://schemas.openxmlformats.org/officeDocument/2006/relationships/image" Target="../media/image4.png"/><Relationship Id="rId2" Type="http://schemas.openxmlformats.org/officeDocument/2006/relationships/tags" Target="../tags/tag6.xml"/><Relationship Id="rId16" Type="http://schemas.openxmlformats.org/officeDocument/2006/relationships/image" Target="../media/image8.png"/><Relationship Id="rId1" Type="http://schemas.openxmlformats.org/officeDocument/2006/relationships/tags" Target="../tags/tag5.xml"/><Relationship Id="rId6" Type="http://schemas.openxmlformats.org/officeDocument/2006/relationships/tags" Target="../tags/tag10.xml"/><Relationship Id="rId11" Type="http://schemas.openxmlformats.org/officeDocument/2006/relationships/image" Target="../media/image3.png"/><Relationship Id="rId5" Type="http://schemas.openxmlformats.org/officeDocument/2006/relationships/tags" Target="../tags/tag9.xml"/><Relationship Id="rId15" Type="http://schemas.openxmlformats.org/officeDocument/2006/relationships/image" Target="../media/image7.png"/><Relationship Id="rId10" Type="http://schemas.openxmlformats.org/officeDocument/2006/relationships/notesSlide" Target="../notesSlides/notesSlide2.xml"/><Relationship Id="rId4" Type="http://schemas.openxmlformats.org/officeDocument/2006/relationships/tags" Target="../tags/tag8.xml"/><Relationship Id="rId9" Type="http://schemas.openxmlformats.org/officeDocument/2006/relationships/slideLayout" Target="../slideLayouts/slideLayout14.xml"/><Relationship Id="rId1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tags" Target="../tags/tag20.xml"/><Relationship Id="rId13" Type="http://schemas.openxmlformats.org/officeDocument/2006/relationships/slideLayout" Target="../slideLayouts/slideLayout15.xml"/><Relationship Id="rId18" Type="http://schemas.openxmlformats.org/officeDocument/2006/relationships/image" Target="../media/image12.png"/><Relationship Id="rId3" Type="http://schemas.openxmlformats.org/officeDocument/2006/relationships/tags" Target="../tags/tag15.xml"/><Relationship Id="rId7" Type="http://schemas.openxmlformats.org/officeDocument/2006/relationships/tags" Target="../tags/tag19.xml"/><Relationship Id="rId12" Type="http://schemas.openxmlformats.org/officeDocument/2006/relationships/tags" Target="../tags/tag24.xml"/><Relationship Id="rId17" Type="http://schemas.openxmlformats.org/officeDocument/2006/relationships/image" Target="../media/image11.png"/><Relationship Id="rId2" Type="http://schemas.openxmlformats.org/officeDocument/2006/relationships/tags" Target="../tags/tag14.xml"/><Relationship Id="rId16" Type="http://schemas.openxmlformats.org/officeDocument/2006/relationships/image" Target="../media/image10.png"/><Relationship Id="rId1" Type="http://schemas.openxmlformats.org/officeDocument/2006/relationships/tags" Target="../tags/tag13.xml"/><Relationship Id="rId6" Type="http://schemas.openxmlformats.org/officeDocument/2006/relationships/tags" Target="../tags/tag18.xml"/><Relationship Id="rId11" Type="http://schemas.openxmlformats.org/officeDocument/2006/relationships/tags" Target="../tags/tag23.xml"/><Relationship Id="rId5" Type="http://schemas.openxmlformats.org/officeDocument/2006/relationships/tags" Target="../tags/tag17.xml"/><Relationship Id="rId15" Type="http://schemas.openxmlformats.org/officeDocument/2006/relationships/image" Target="../media/image9.png"/><Relationship Id="rId10" Type="http://schemas.openxmlformats.org/officeDocument/2006/relationships/tags" Target="../tags/tag22.xml"/><Relationship Id="rId19" Type="http://schemas.openxmlformats.org/officeDocument/2006/relationships/image" Target="../media/image13.png"/><Relationship Id="rId4" Type="http://schemas.openxmlformats.org/officeDocument/2006/relationships/tags" Target="../tags/tag16.xml"/><Relationship Id="rId9" Type="http://schemas.openxmlformats.org/officeDocument/2006/relationships/tags" Target="../tags/tag21.xml"/><Relationship Id="rId1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8" Type="http://schemas.openxmlformats.org/officeDocument/2006/relationships/tags" Target="../tags/tag32.xml"/><Relationship Id="rId3" Type="http://schemas.openxmlformats.org/officeDocument/2006/relationships/tags" Target="../tags/tag27.xml"/><Relationship Id="rId7" Type="http://schemas.openxmlformats.org/officeDocument/2006/relationships/tags" Target="../tags/tag31.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notesSlide" Target="../notesSlides/notesSlide4.xml"/><Relationship Id="rId5" Type="http://schemas.openxmlformats.org/officeDocument/2006/relationships/tags" Target="../tags/tag29.xml"/><Relationship Id="rId10" Type="http://schemas.openxmlformats.org/officeDocument/2006/relationships/slideLayout" Target="../slideLayouts/slideLayout16.xml"/><Relationship Id="rId4" Type="http://schemas.openxmlformats.org/officeDocument/2006/relationships/tags" Target="../tags/tag28.xml"/><Relationship Id="rId9" Type="http://schemas.openxmlformats.org/officeDocument/2006/relationships/tags" Target="../tags/tag33.xml"/></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7.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7.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tags" Target="../tags/tag46.xml"/><Relationship Id="rId18" Type="http://schemas.openxmlformats.org/officeDocument/2006/relationships/notesSlide" Target="../notesSlides/notesSlide6.xml"/><Relationship Id="rId3" Type="http://schemas.openxmlformats.org/officeDocument/2006/relationships/tags" Target="../tags/tag36.xml"/><Relationship Id="rId21" Type="http://schemas.openxmlformats.org/officeDocument/2006/relationships/image" Target="../media/image24.png"/><Relationship Id="rId7" Type="http://schemas.openxmlformats.org/officeDocument/2006/relationships/tags" Target="../tags/tag40.xml"/><Relationship Id="rId12" Type="http://schemas.openxmlformats.org/officeDocument/2006/relationships/tags" Target="../tags/tag45.xml"/><Relationship Id="rId17" Type="http://schemas.openxmlformats.org/officeDocument/2006/relationships/slideLayout" Target="../slideLayouts/slideLayout18.xml"/><Relationship Id="rId2" Type="http://schemas.openxmlformats.org/officeDocument/2006/relationships/tags" Target="../tags/tag35.xml"/><Relationship Id="rId16" Type="http://schemas.openxmlformats.org/officeDocument/2006/relationships/tags" Target="../tags/tag49.xml"/><Relationship Id="rId20" Type="http://schemas.openxmlformats.org/officeDocument/2006/relationships/image" Target="../media/image23.png"/><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tags" Target="../tags/tag44.xml"/><Relationship Id="rId5" Type="http://schemas.openxmlformats.org/officeDocument/2006/relationships/tags" Target="../tags/tag38.xml"/><Relationship Id="rId15" Type="http://schemas.openxmlformats.org/officeDocument/2006/relationships/tags" Target="../tags/tag48.xml"/><Relationship Id="rId10" Type="http://schemas.openxmlformats.org/officeDocument/2006/relationships/tags" Target="../tags/tag43.xml"/><Relationship Id="rId19" Type="http://schemas.openxmlformats.org/officeDocument/2006/relationships/image" Target="../media/image22.png"/><Relationship Id="rId4" Type="http://schemas.openxmlformats.org/officeDocument/2006/relationships/tags" Target="../tags/tag37.xml"/><Relationship Id="rId9" Type="http://schemas.openxmlformats.org/officeDocument/2006/relationships/tags" Target="../tags/tag42.xml"/><Relationship Id="rId14" Type="http://schemas.openxmlformats.org/officeDocument/2006/relationships/tags" Target="../tags/tag47.xml"/><Relationship Id="rId22" Type="http://schemas.openxmlformats.org/officeDocument/2006/relationships/image" Target="../media/image25.png"/></Relationships>
</file>

<file path=ppt/slides/_rels/slide8.xml.rels><?xml version="1.0" encoding="UTF-8" standalone="yes"?>
<Relationships xmlns="http://schemas.openxmlformats.org/package/2006/relationships"><Relationship Id="rId8" Type="http://schemas.openxmlformats.org/officeDocument/2006/relationships/tags" Target="../tags/tag57.xml"/><Relationship Id="rId3" Type="http://schemas.openxmlformats.org/officeDocument/2006/relationships/tags" Target="../tags/tag52.xml"/><Relationship Id="rId7" Type="http://schemas.openxmlformats.org/officeDocument/2006/relationships/tags" Target="../tags/tag56.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tags" Target="../tags/tag55.xml"/><Relationship Id="rId11" Type="http://schemas.openxmlformats.org/officeDocument/2006/relationships/notesSlide" Target="../notesSlides/notesSlide7.xml"/><Relationship Id="rId5" Type="http://schemas.openxmlformats.org/officeDocument/2006/relationships/tags" Target="../tags/tag54.xml"/><Relationship Id="rId10" Type="http://schemas.openxmlformats.org/officeDocument/2006/relationships/slideLayout" Target="../slideLayouts/slideLayout19.xml"/><Relationship Id="rId4" Type="http://schemas.openxmlformats.org/officeDocument/2006/relationships/tags" Target="../tags/tag53.xml"/><Relationship Id="rId9" Type="http://schemas.openxmlformats.org/officeDocument/2006/relationships/tags" Target="../tags/tag58.xml"/></Relationships>
</file>

<file path=ppt/slides/_rels/slide9.xml.rels><?xml version="1.0" encoding="UTF-8" standalone="yes"?>
<Relationships xmlns="http://schemas.openxmlformats.org/package/2006/relationships"><Relationship Id="rId8" Type="http://schemas.openxmlformats.org/officeDocument/2006/relationships/tags" Target="../tags/tag66.xml"/><Relationship Id="rId13" Type="http://schemas.openxmlformats.org/officeDocument/2006/relationships/image" Target="../media/image26.png"/><Relationship Id="rId3" Type="http://schemas.openxmlformats.org/officeDocument/2006/relationships/tags" Target="../tags/tag61.xml"/><Relationship Id="rId7" Type="http://schemas.openxmlformats.org/officeDocument/2006/relationships/tags" Target="../tags/tag65.xml"/><Relationship Id="rId12" Type="http://schemas.openxmlformats.org/officeDocument/2006/relationships/notesSlide" Target="../notesSlides/notesSlide8.xml"/><Relationship Id="rId2" Type="http://schemas.openxmlformats.org/officeDocument/2006/relationships/tags" Target="../tags/tag60.xml"/><Relationship Id="rId16" Type="http://schemas.openxmlformats.org/officeDocument/2006/relationships/image" Target="../media/image29.png"/><Relationship Id="rId1" Type="http://schemas.openxmlformats.org/officeDocument/2006/relationships/tags" Target="../tags/tag59.xml"/><Relationship Id="rId6" Type="http://schemas.openxmlformats.org/officeDocument/2006/relationships/tags" Target="../tags/tag64.xml"/><Relationship Id="rId11" Type="http://schemas.openxmlformats.org/officeDocument/2006/relationships/slideLayout" Target="../slideLayouts/slideLayout20.xml"/><Relationship Id="rId5" Type="http://schemas.openxmlformats.org/officeDocument/2006/relationships/tags" Target="../tags/tag63.xml"/><Relationship Id="rId15" Type="http://schemas.openxmlformats.org/officeDocument/2006/relationships/image" Target="../media/image28.png"/><Relationship Id="rId10" Type="http://schemas.openxmlformats.org/officeDocument/2006/relationships/tags" Target="../tags/tag68.xml"/><Relationship Id="rId4" Type="http://schemas.openxmlformats.org/officeDocument/2006/relationships/tags" Target="../tags/tag62.xml"/><Relationship Id="rId9" Type="http://schemas.openxmlformats.org/officeDocument/2006/relationships/tags" Target="../tags/tag67.xml"/><Relationship Id="rId1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extBox 6"/>
          <p:cNvSpPr txBox="1"/>
          <p:nvPr/>
        </p:nvSpPr>
        <p:spPr>
          <a:xfrm>
            <a:off x="1282065" y="1355636"/>
            <a:ext cx="11681460" cy="6210935"/>
          </a:xfrm>
          <a:prstGeom prst="rect">
            <a:avLst/>
          </a:prstGeom>
          <a:noFill/>
        </p:spPr>
        <p:txBody>
          <a:bodyPr wrap="square">
            <a:noAutofit/>
          </a:bodyPr>
          <a:lstStyle/>
          <a:p>
            <a:pPr algn="ctr">
              <a:spcBef>
                <a:spcPts val="400"/>
              </a:spcBef>
            </a:pPr>
            <a:r>
              <a:rPr lang="en-US" sz="3600" b="1" dirty="0">
                <a:latin typeface="Times New Roman" panose="02020603050405020304" pitchFamily="18" charset="0"/>
              </a:rPr>
              <a:t>Project Presentation of Industry Oriented Hands on Experience (22CS422)</a:t>
            </a:r>
            <a:br>
              <a:rPr lang="en-IN" b="0" dirty="0">
                <a:solidFill>
                  <a:schemeClr val="bg1"/>
                </a:solidFill>
                <a:effectLst/>
              </a:rPr>
            </a:br>
            <a:r>
              <a:rPr lang="en-IN" sz="3000" b="0" i="0" u="none" strike="noStrike" dirty="0">
                <a:solidFill>
                  <a:srgbClr val="000000"/>
                </a:solidFill>
                <a:effectLst/>
                <a:latin typeface="Times New Roman" panose="02020603050405020304" pitchFamily="18" charset="0"/>
              </a:rPr>
              <a:t>On</a:t>
            </a:r>
            <a:endParaRPr lang="en-IN" b="0" dirty="0">
              <a:solidFill>
                <a:schemeClr val="bg1"/>
              </a:solidFill>
              <a:effectLst/>
            </a:endParaRPr>
          </a:p>
          <a:p>
            <a:pPr algn="ctr" rtl="0">
              <a:spcBef>
                <a:spcPts val="400"/>
              </a:spcBef>
              <a:buNone/>
            </a:pPr>
            <a:r>
              <a:rPr lang="en-IN" sz="4400" b="1" dirty="0">
                <a:latin typeface="Times New Roman" panose="02020603050405020304" pitchFamily="18" charset="0"/>
                <a:cs typeface="Times New Roman" panose="02020603050405020304" pitchFamily="18" charset="0"/>
              </a:rPr>
              <a:t>Talent-IQ</a:t>
            </a:r>
            <a:endParaRPr lang="en-IN" sz="4400" b="1" dirty="0">
              <a:solidFill>
                <a:srgbClr val="000000"/>
              </a:solidFill>
              <a:latin typeface="Times New Roman" panose="02020603050405020304" pitchFamily="18" charset="0"/>
              <a:cs typeface="Times New Roman" panose="02020603050405020304" pitchFamily="18" charset="0"/>
            </a:endParaRPr>
          </a:p>
          <a:p>
            <a:pPr algn="ctr" rtl="0">
              <a:spcBef>
                <a:spcPts val="400"/>
              </a:spcBef>
              <a:buNone/>
            </a:pPr>
            <a:endParaRPr lang="en-IN" sz="2000" b="1" dirty="0">
              <a:solidFill>
                <a:schemeClr val="bg1"/>
              </a:solidFill>
              <a:effectLst/>
              <a:latin typeface="+mj-lt"/>
            </a:endParaRPr>
          </a:p>
          <a:p>
            <a:pPr algn="ctr" rtl="0">
              <a:spcBef>
                <a:spcPts val="400"/>
              </a:spcBef>
              <a:buNone/>
            </a:pPr>
            <a:r>
              <a:rPr lang="en-IN" sz="2000" i="0" u="none" strike="noStrike" dirty="0">
                <a:solidFill>
                  <a:srgbClr val="000000"/>
                </a:solidFill>
                <a:effectLst/>
                <a:latin typeface="Times New Roman" panose="02020603050405020304" pitchFamily="18" charset="0"/>
                <a:cs typeface="Times New Roman" panose="02020603050405020304" pitchFamily="18" charset="0"/>
              </a:rPr>
              <a:t>Suman Ranjan  </a:t>
            </a:r>
            <a:r>
              <a:rPr lang="en-IN" sz="2000" b="1" i="0" u="none" strike="noStrike" dirty="0">
                <a:solidFill>
                  <a:srgbClr val="000000"/>
                </a:solidFill>
                <a:effectLst/>
                <a:latin typeface="Times New Roman" panose="02020603050405020304" pitchFamily="18" charset="0"/>
                <a:cs typeface="Times New Roman" panose="02020603050405020304" pitchFamily="18" charset="0"/>
              </a:rPr>
              <a:t>- </a:t>
            </a:r>
            <a:r>
              <a:rPr lang="en-IN" sz="2000" i="0" u="none" strike="noStrike" dirty="0">
                <a:solidFill>
                  <a:srgbClr val="000000"/>
                </a:solidFill>
                <a:effectLst/>
                <a:latin typeface="Times New Roman" panose="02020603050405020304" pitchFamily="18" charset="0"/>
                <a:cs typeface="Times New Roman" panose="02020603050405020304" pitchFamily="18" charset="0"/>
              </a:rPr>
              <a:t>2210990872</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p>
            <a:pPr algn="ctr" rtl="0">
              <a:spcBef>
                <a:spcPts val="400"/>
              </a:spcBef>
              <a:buNone/>
            </a:pPr>
            <a:r>
              <a:rPr lang="en-IN" sz="2000" dirty="0">
                <a:latin typeface="Times New Roman" panose="02020603050405020304" pitchFamily="18" charset="0"/>
                <a:cs typeface="Times New Roman" panose="02020603050405020304" pitchFamily="18" charset="0"/>
              </a:rPr>
              <a:t>S</a:t>
            </a:r>
            <a:r>
              <a:rPr lang="en-IN" sz="2000" i="0" u="none" strike="noStrike" dirty="0">
                <a:solidFill>
                  <a:srgbClr val="000000"/>
                </a:solidFill>
                <a:effectLst/>
                <a:latin typeface="Times New Roman" panose="02020603050405020304" pitchFamily="18" charset="0"/>
                <a:cs typeface="Times New Roman" panose="02020603050405020304" pitchFamily="18" charset="0"/>
              </a:rPr>
              <a:t>haurya Thakur - 2210990817</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p>
            <a:pPr algn="ctr" rtl="0">
              <a:spcBef>
                <a:spcPts val="400"/>
              </a:spcBef>
              <a:buNone/>
            </a:pPr>
            <a:r>
              <a:rPr lang="en-IN" sz="2000" dirty="0">
                <a:latin typeface="Times New Roman" panose="02020603050405020304" pitchFamily="18" charset="0"/>
                <a:cs typeface="Times New Roman" panose="02020603050405020304" pitchFamily="18" charset="0"/>
              </a:rPr>
              <a:t>V</a:t>
            </a:r>
            <a:r>
              <a:rPr lang="en-IN" sz="2000" i="0" u="none" strike="noStrike" dirty="0">
                <a:solidFill>
                  <a:srgbClr val="000000"/>
                </a:solidFill>
                <a:effectLst/>
                <a:latin typeface="Times New Roman" panose="02020603050405020304" pitchFamily="18" charset="0"/>
                <a:cs typeface="Times New Roman" panose="02020603050405020304" pitchFamily="18" charset="0"/>
              </a:rPr>
              <a:t>anshika - 2210990943</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p>
            <a:pPr algn="ctr" rtl="0">
              <a:spcBef>
                <a:spcPts val="400"/>
              </a:spcBef>
              <a:buNone/>
            </a:pPr>
            <a:r>
              <a:rPr lang="en-IN" sz="2000" i="0" u="none" strike="noStrike" dirty="0">
                <a:solidFill>
                  <a:srgbClr val="000000"/>
                </a:solidFill>
                <a:effectLst/>
                <a:latin typeface="Times New Roman" panose="02020603050405020304" pitchFamily="18" charset="0"/>
                <a:cs typeface="Times New Roman" panose="02020603050405020304" pitchFamily="18" charset="0"/>
              </a:rPr>
              <a:t>Swayam Bansal - 2210990883</a:t>
            </a:r>
            <a:endParaRPr lang="en-IN" sz="2000" b="1" i="0" u="none" strike="noStrike" dirty="0">
              <a:solidFill>
                <a:srgbClr val="000000"/>
              </a:solidFill>
              <a:effectLst/>
              <a:latin typeface="Times New Roman" panose="02020603050405020304" pitchFamily="18" charset="0"/>
              <a:cs typeface="Times New Roman" panose="02020603050405020304" pitchFamily="18" charset="0"/>
            </a:endParaRPr>
          </a:p>
          <a:p>
            <a:pPr algn="ctr" rtl="0">
              <a:spcBef>
                <a:spcPts val="400"/>
              </a:spcBef>
              <a:buNone/>
            </a:pPr>
            <a:br>
              <a:rPr lang="en-IN" b="0" dirty="0">
                <a:solidFill>
                  <a:schemeClr val="bg1"/>
                </a:solidFill>
                <a:effectLst/>
              </a:rPr>
            </a:br>
            <a:r>
              <a:rPr lang="en-IN" sz="2700" i="0" u="none" strike="noStrike" dirty="0">
                <a:solidFill>
                  <a:srgbClr val="000000"/>
                </a:solidFill>
                <a:effectLst/>
                <a:latin typeface="+mj-lt"/>
              </a:rPr>
              <a:t>Supervised By</a:t>
            </a:r>
            <a:endParaRPr lang="en-IN" sz="2700" dirty="0">
              <a:solidFill>
                <a:schemeClr val="bg1"/>
              </a:solidFill>
              <a:effectLst/>
              <a:latin typeface="+mj-lt"/>
            </a:endParaRPr>
          </a:p>
          <a:p>
            <a:pPr algn="ctr" rtl="0">
              <a:spcBef>
                <a:spcPts val="400"/>
              </a:spcBef>
              <a:buNone/>
            </a:pPr>
            <a:r>
              <a:rPr lang="en-IN" sz="2700" b="0" i="0" u="none" strike="noStrike" dirty="0">
                <a:solidFill>
                  <a:srgbClr val="000000"/>
                </a:solidFill>
                <a:effectLst/>
                <a:latin typeface="+mj-lt"/>
              </a:rPr>
              <a:t>Dr. </a:t>
            </a:r>
            <a:r>
              <a:rPr lang="en-IN" sz="2700" dirty="0">
                <a:latin typeface="+mj-lt"/>
              </a:rPr>
              <a:t>Monika Aggarwal</a:t>
            </a:r>
            <a:endParaRPr lang="en-IN" sz="2700" b="0" i="0" u="none" strike="noStrike" dirty="0">
              <a:solidFill>
                <a:srgbClr val="000000"/>
              </a:solidFill>
              <a:effectLst/>
              <a:latin typeface="+mj-lt"/>
            </a:endParaRPr>
          </a:p>
          <a:p>
            <a:pPr algn="ctr" rtl="0">
              <a:spcBef>
                <a:spcPts val="400"/>
              </a:spcBef>
              <a:buNone/>
            </a:pPr>
            <a:endParaRPr lang="en-IN" sz="2700" b="0" dirty="0">
              <a:solidFill>
                <a:schemeClr val="bg1"/>
              </a:solidFill>
              <a:effectLst/>
              <a:latin typeface="+mj-lt"/>
            </a:endParaRPr>
          </a:p>
          <a:p>
            <a:pPr algn="ctr" rtl="0">
              <a:spcBef>
                <a:spcPts val="400"/>
              </a:spcBef>
              <a:buNone/>
            </a:pPr>
            <a:r>
              <a:rPr lang="en-IN" sz="2700" b="1" i="0" u="none" strike="noStrike" dirty="0">
                <a:solidFill>
                  <a:srgbClr val="000000"/>
                </a:solidFill>
                <a:effectLst/>
                <a:latin typeface="+mj-lt"/>
              </a:rPr>
              <a:t>Department of Computer Science and Engineering, </a:t>
            </a:r>
            <a:endParaRPr lang="en-IN" sz="2700" b="0" dirty="0">
              <a:solidFill>
                <a:schemeClr val="bg1"/>
              </a:solidFill>
              <a:effectLst/>
              <a:latin typeface="+mj-lt"/>
            </a:endParaRPr>
          </a:p>
          <a:p>
            <a:pPr algn="ctr" rtl="0">
              <a:spcBef>
                <a:spcPts val="400"/>
              </a:spcBef>
              <a:buNone/>
            </a:pPr>
            <a:r>
              <a:rPr lang="en-IN" sz="2700" b="1" i="0" u="none" strike="noStrike" dirty="0">
                <a:solidFill>
                  <a:srgbClr val="000000"/>
                </a:solidFill>
                <a:effectLst/>
                <a:latin typeface="+mj-lt"/>
              </a:rPr>
              <a:t>Chitkara University, Punjab</a:t>
            </a:r>
            <a:endParaRPr lang="en-IN" sz="2700" b="0" dirty="0">
              <a:solidFill>
                <a:schemeClr val="bg1"/>
              </a:solidFill>
              <a:effectLst/>
              <a:latin typeface="+mj-lt"/>
            </a:endParaRPr>
          </a:p>
          <a:p>
            <a:pPr>
              <a:buNone/>
            </a:pPr>
            <a:br>
              <a:rPr lang="en-IN" dirty="0">
                <a:solidFill>
                  <a:schemeClr val="bg1"/>
                </a:solidFill>
              </a:rPr>
            </a:br>
            <a:endParaRPr lang="en-IN"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470535" y="122555"/>
            <a:ext cx="9148445" cy="857250"/>
          </a:xfrm>
          <a:prstGeom prst="rect">
            <a:avLst/>
          </a:prstGeom>
          <a:noFill/>
        </p:spPr>
        <p:txBody>
          <a:bodyPr wrap="square" lIns="0" tIns="0" rIns="0" bIns="0" rtlCol="0" anchor="t"/>
          <a:lstStyle/>
          <a:p>
            <a:pPr marL="0" indent="0" algn="l">
              <a:lnSpc>
                <a:spcPts val="5550"/>
              </a:lnSpc>
              <a:buNone/>
            </a:pPr>
            <a:r>
              <a:rPr lang="en-IN" altLang="en-US" sz="4450" b="1" dirty="0">
                <a:solidFill>
                  <a:srgbClr val="000000"/>
                </a:solidFill>
                <a:latin typeface="Times New Roman" panose="02020603050405020304" pitchFamily="18" charset="0"/>
                <a:ea typeface="Inter Bold" pitchFamily="34" charset="-122"/>
                <a:cs typeface="Times New Roman" panose="02020603050405020304" pitchFamily="18" charset="0"/>
              </a:rPr>
              <a:t>MERN</a:t>
            </a:r>
            <a:r>
              <a:rPr lang="en-US" sz="4450" b="1" dirty="0">
                <a:solidFill>
                  <a:srgbClr val="000000"/>
                </a:solidFill>
                <a:latin typeface="Times New Roman" panose="02020603050405020304" pitchFamily="18" charset="0"/>
                <a:ea typeface="Inter Bold" pitchFamily="34" charset="-122"/>
                <a:cs typeface="Times New Roman" panose="02020603050405020304" pitchFamily="18" charset="0"/>
              </a:rPr>
              <a:t> Full Stack </a:t>
            </a:r>
            <a:r>
              <a:rPr lang="en-US" sz="4450" b="1" dirty="0">
                <a:latin typeface="Times New Roman" panose="02020603050405020304" pitchFamily="18" charset="0"/>
                <a:ea typeface="Inter Bold" pitchFamily="34" charset="-122"/>
                <a:cs typeface="Times New Roman" panose="02020603050405020304" pitchFamily="18" charset="0"/>
              </a:rPr>
              <a:t>Talent-IQ</a:t>
            </a:r>
            <a:r>
              <a:rPr lang="en-US" sz="4450" b="1" dirty="0">
                <a:solidFill>
                  <a:srgbClr val="000000"/>
                </a:solidFill>
                <a:latin typeface="Times New Roman" panose="02020603050405020304" pitchFamily="18" charset="0"/>
                <a:ea typeface="Inter Bold" pitchFamily="34" charset="-122"/>
                <a:cs typeface="Times New Roman" panose="02020603050405020304" pitchFamily="18" charset="0"/>
              </a:rPr>
              <a:t> Tutorial</a:t>
            </a:r>
            <a:endParaRPr lang="en-US" sz="4450" dirty="0">
              <a:latin typeface="Times New Roman" panose="02020603050405020304" pitchFamily="18" charset="0"/>
              <a:cs typeface="Times New Roman" panose="02020603050405020304" pitchFamily="18" charset="0"/>
            </a:endParaRPr>
          </a:p>
        </p:txBody>
      </p:sp>
      <p:sp>
        <p:nvSpPr>
          <p:cNvPr id="4" name="Text 1"/>
          <p:cNvSpPr/>
          <p:nvPr/>
        </p:nvSpPr>
        <p:spPr>
          <a:xfrm>
            <a:off x="550545" y="1390015"/>
            <a:ext cx="13303678" cy="2177415"/>
          </a:xfrm>
          <a:prstGeom prst="rect">
            <a:avLst/>
          </a:prstGeom>
          <a:noFill/>
        </p:spPr>
        <p:txBody>
          <a:bodyPr wrap="square" lIns="0" tIns="0" rIns="0" bIns="0" rtlCol="0" anchor="t"/>
          <a:lstStyle/>
          <a:p>
            <a:pPr marL="0" indent="0" algn="just">
              <a:lnSpc>
                <a:spcPts val="2850"/>
              </a:lnSpc>
              <a:buNone/>
            </a:pPr>
            <a:r>
              <a:rPr lang="en-US" sz="2000" dirty="0">
                <a:solidFill>
                  <a:srgbClr val="000000"/>
                </a:solidFill>
                <a:latin typeface="Times New Roman" panose="02020603050405020304" pitchFamily="18" charset="0"/>
                <a:ea typeface="Inter" pitchFamily="34" charset="-122"/>
                <a:cs typeface="Times New Roman" panose="02020603050405020304" pitchFamily="18" charset="0"/>
              </a:rPr>
              <a:t>Welcome to this comprehensive tutorial on building a full-stack blog application using React, Node.js, and MongoDB. Throughout this guide, you'll learn how to create a fully-functional blog with user authentication, post creation, comments, and more. By the end, you'll have a solid understanding of full-stack development principles and how these powerful technologies work together.</a:t>
            </a:r>
          </a:p>
          <a:p>
            <a:pPr marL="0" indent="0" algn="just">
              <a:lnSpc>
                <a:spcPts val="2850"/>
              </a:lnSpc>
              <a:buNone/>
            </a:pPr>
            <a:endParaRPr lang="en-US" sz="2000" dirty="0">
              <a:latin typeface="Times New Roman" panose="02020603050405020304" pitchFamily="18" charset="0"/>
              <a:cs typeface="Times New Roman" panose="02020603050405020304" pitchFamily="18" charset="0"/>
            </a:endParaRPr>
          </a:p>
          <a:p>
            <a:pPr marL="0" indent="0" algn="just">
              <a:lnSpc>
                <a:spcPts val="2850"/>
              </a:lnSpc>
              <a:buNone/>
            </a:pPr>
            <a:r>
              <a:rPr lang="en-US" altLang="en-US" sz="2000" dirty="0">
                <a:latin typeface="Times New Roman" panose="02020603050405020304" pitchFamily="18" charset="0"/>
                <a:cs typeface="Times New Roman" panose="02020603050405020304" pitchFamily="18" charset="0"/>
              </a:rPr>
              <a:t>Throughout this guide, you will learn how to design and develop a scalable, secure, and user-friendly blogging platform. Key features include user registration and authentication, role-based access control, creating and managing blog posts, commenting functionality, and seamless interaction between the frontend and backend. You will also explore how RESTful APIs enable smooth communication between the client and server.</a:t>
            </a:r>
          </a:p>
        </p:txBody>
      </p:sp>
      <p:sp>
        <p:nvSpPr>
          <p:cNvPr id="5" name="Text 2"/>
          <p:cNvSpPr/>
          <p:nvPr/>
        </p:nvSpPr>
        <p:spPr>
          <a:xfrm>
            <a:off x="550545" y="5098799"/>
            <a:ext cx="13303678" cy="725805"/>
          </a:xfrm>
          <a:prstGeom prst="rect">
            <a:avLst/>
          </a:prstGeom>
          <a:noFill/>
        </p:spPr>
        <p:txBody>
          <a:bodyPr wrap="square" lIns="0" tIns="0" rIns="0" bIns="0" rtlCol="0" anchor="t"/>
          <a:lstStyle/>
          <a:p>
            <a:pPr marL="0" indent="0" algn="just">
              <a:lnSpc>
                <a:spcPts val="2850"/>
              </a:lnSpc>
              <a:buNone/>
            </a:pPr>
            <a:r>
              <a:rPr lang="en-US" sz="2000" dirty="0">
                <a:solidFill>
                  <a:srgbClr val="000000"/>
                </a:solidFill>
                <a:latin typeface="Times New Roman" panose="02020603050405020304" pitchFamily="18" charset="0"/>
                <a:ea typeface="Inter" pitchFamily="34" charset="-122"/>
                <a:cs typeface="Times New Roman" panose="02020603050405020304" pitchFamily="18" charset="0"/>
              </a:rPr>
              <a:t>Let's embark on this coding journey to build an impressive web application from scratch!</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96626" y="102095"/>
            <a:ext cx="8503563" cy="708779"/>
          </a:xfrm>
          <a:prstGeom prst="rect">
            <a:avLst/>
          </a:prstGeom>
          <a:noFill/>
        </p:spPr>
        <p:txBody>
          <a:bodyPr wrap="none" lIns="0" tIns="0" rIns="0" bIns="0" rtlCol="0" anchor="t"/>
          <a:lstStyle/>
          <a:p>
            <a:pPr marL="0" indent="0" algn="l">
              <a:lnSpc>
                <a:spcPts val="5550"/>
              </a:lnSpc>
              <a:buNone/>
            </a:pPr>
            <a:r>
              <a:rPr lang="en-US" sz="4450" b="1" dirty="0">
                <a:solidFill>
                  <a:srgbClr val="000000"/>
                </a:solidFill>
                <a:latin typeface="Times New Roman" panose="02020603050405020304" pitchFamily="18" charset="0"/>
                <a:ea typeface="Inter Bold" pitchFamily="34" charset="-122"/>
                <a:cs typeface="Times New Roman" panose="02020603050405020304" pitchFamily="18" charset="0"/>
              </a:rPr>
              <a:t>Project Setup and Architecture</a:t>
            </a:r>
            <a:endParaRPr lang="en-US" sz="4450" dirty="0">
              <a:latin typeface="Times New Roman" panose="02020603050405020304" pitchFamily="18" charset="0"/>
              <a:cs typeface="Times New Roman" panose="02020603050405020304" pitchFamily="18" charset="0"/>
            </a:endParaRPr>
          </a:p>
        </p:txBody>
      </p:sp>
      <p:pic>
        <p:nvPicPr>
          <p:cNvPr id="3" name="Image 0" descr="preencoded.png"/>
          <p:cNvPicPr>
            <a:picLocks noChangeAspect="1"/>
          </p:cNvPicPr>
          <p:nvPr/>
        </p:nvPicPr>
        <p:blipFill>
          <a:blip r:embed="rId11"/>
          <a:stretch>
            <a:fillRect/>
          </a:stretch>
        </p:blipFill>
        <p:spPr>
          <a:xfrm>
            <a:off x="2978348" y="1825466"/>
            <a:ext cx="2152055" cy="1306949"/>
          </a:xfrm>
          <a:prstGeom prst="rect">
            <a:avLst/>
          </a:prstGeom>
        </p:spPr>
      </p:pic>
      <p:pic>
        <p:nvPicPr>
          <p:cNvPr id="4" name="Image 1" descr="preencoded.png"/>
          <p:cNvPicPr>
            <a:picLocks noChangeAspect="1"/>
          </p:cNvPicPr>
          <p:nvPr/>
        </p:nvPicPr>
        <p:blipFill>
          <a:blip r:embed="rId12"/>
          <a:stretch>
            <a:fillRect/>
          </a:stretch>
        </p:blipFill>
        <p:spPr>
          <a:xfrm>
            <a:off x="3894892" y="2441496"/>
            <a:ext cx="318968" cy="398621"/>
          </a:xfrm>
          <a:prstGeom prst="rect">
            <a:avLst/>
          </a:prstGeom>
        </p:spPr>
      </p:pic>
      <p:sp>
        <p:nvSpPr>
          <p:cNvPr id="5" name="Text 1"/>
          <p:cNvSpPr/>
          <p:nvPr>
            <p:custDataLst>
              <p:tags r:id="rId1"/>
            </p:custDataLst>
          </p:nvPr>
        </p:nvSpPr>
        <p:spPr>
          <a:xfrm>
            <a:off x="5357217" y="2052280"/>
            <a:ext cx="2835235" cy="354330"/>
          </a:xfrm>
          <a:prstGeom prst="rect">
            <a:avLst/>
          </a:prstGeom>
          <a:noFill/>
        </p:spPr>
        <p:txBody>
          <a:bodyPr wrap="none" lIns="0" tIns="0" rIns="0" bIns="0" rtlCol="0" anchor="t"/>
          <a:lstStyle/>
          <a:p>
            <a:pPr marL="0" indent="0" algn="l">
              <a:lnSpc>
                <a:spcPts val="2750"/>
              </a:lnSpc>
              <a:buNone/>
            </a:pPr>
            <a:r>
              <a:rPr lang="en-US" sz="2200" b="1" dirty="0">
                <a:solidFill>
                  <a:srgbClr val="000000"/>
                </a:solidFill>
                <a:latin typeface="Times New Roman" panose="02020603050405020304" pitchFamily="18" charset="0"/>
                <a:ea typeface="Inter Bold" pitchFamily="34" charset="-122"/>
                <a:cs typeface="Times New Roman" panose="02020603050405020304" pitchFamily="18" charset="0"/>
              </a:rPr>
              <a:t>React Frontend</a:t>
            </a:r>
            <a:endParaRPr lang="en-US" sz="2200" dirty="0">
              <a:latin typeface="Times New Roman" panose="02020603050405020304" pitchFamily="18" charset="0"/>
              <a:cs typeface="Times New Roman" panose="02020603050405020304" pitchFamily="18" charset="0"/>
            </a:endParaRPr>
          </a:p>
        </p:txBody>
      </p:sp>
      <p:sp>
        <p:nvSpPr>
          <p:cNvPr id="6" name="Text 2"/>
          <p:cNvSpPr/>
          <p:nvPr>
            <p:custDataLst>
              <p:tags r:id="rId2"/>
            </p:custDataLst>
          </p:nvPr>
        </p:nvSpPr>
        <p:spPr>
          <a:xfrm>
            <a:off x="5357217" y="2542699"/>
            <a:ext cx="4604861" cy="362903"/>
          </a:xfrm>
          <a:prstGeom prst="rect">
            <a:avLst/>
          </a:prstGeom>
          <a:noFill/>
        </p:spPr>
        <p:txBody>
          <a:bodyPr wrap="none" lIns="0" tIns="0" rIns="0" bIns="0" rtlCol="0" anchor="t"/>
          <a:lstStyle/>
          <a:p>
            <a:pPr marL="0" indent="0" algn="l">
              <a:lnSpc>
                <a:spcPts val="2850"/>
              </a:lnSpc>
              <a:buNone/>
            </a:pPr>
            <a:r>
              <a:rPr lang="en-US" sz="2000" dirty="0">
                <a:solidFill>
                  <a:srgbClr val="000000"/>
                </a:solidFill>
                <a:latin typeface="Times New Roman" panose="02020603050405020304" pitchFamily="18" charset="0"/>
                <a:ea typeface="Inter" pitchFamily="34" charset="-122"/>
                <a:cs typeface="Times New Roman" panose="02020603050405020304" pitchFamily="18" charset="0"/>
              </a:rPr>
              <a:t>User interface with components and hooks</a:t>
            </a:r>
            <a:endParaRPr lang="en-US" sz="2000" dirty="0">
              <a:latin typeface="Times New Roman" panose="02020603050405020304" pitchFamily="18" charset="0"/>
              <a:cs typeface="Times New Roman" panose="02020603050405020304" pitchFamily="18" charset="0"/>
            </a:endParaRPr>
          </a:p>
        </p:txBody>
      </p:sp>
      <p:sp>
        <p:nvSpPr>
          <p:cNvPr id="7" name="Shape 3"/>
          <p:cNvSpPr/>
          <p:nvPr>
            <p:custDataLst>
              <p:tags r:id="rId3"/>
            </p:custDataLst>
          </p:nvPr>
        </p:nvSpPr>
        <p:spPr>
          <a:xfrm>
            <a:off x="5187077" y="3145512"/>
            <a:ext cx="8592860" cy="15240"/>
          </a:xfrm>
          <a:prstGeom prst="roundRect">
            <a:avLst>
              <a:gd name="adj" fmla="val 625116"/>
            </a:avLst>
          </a:prstGeom>
          <a:solidFill>
            <a:srgbClr val="2A1999"/>
          </a:solidFill>
        </p:spPr>
        <p:txBody>
          <a:bodyPr/>
          <a:lstStyle/>
          <a:p>
            <a:endParaRPr/>
          </a:p>
        </p:txBody>
      </p:sp>
      <p:pic>
        <p:nvPicPr>
          <p:cNvPr id="8" name="Image 2" descr="preencoded.png"/>
          <p:cNvPicPr>
            <a:picLocks noChangeAspect="1"/>
          </p:cNvPicPr>
          <p:nvPr/>
        </p:nvPicPr>
        <p:blipFill>
          <a:blip r:embed="rId13"/>
          <a:stretch>
            <a:fillRect/>
          </a:stretch>
        </p:blipFill>
        <p:spPr>
          <a:xfrm>
            <a:off x="1902381" y="3189089"/>
            <a:ext cx="4304109" cy="1306949"/>
          </a:xfrm>
          <a:prstGeom prst="rect">
            <a:avLst/>
          </a:prstGeom>
        </p:spPr>
      </p:pic>
      <p:pic>
        <p:nvPicPr>
          <p:cNvPr id="9" name="Image 3" descr="preencoded.png"/>
          <p:cNvPicPr>
            <a:picLocks noChangeAspect="1"/>
          </p:cNvPicPr>
          <p:nvPr/>
        </p:nvPicPr>
        <p:blipFill>
          <a:blip r:embed="rId14"/>
          <a:stretch>
            <a:fillRect/>
          </a:stretch>
        </p:blipFill>
        <p:spPr>
          <a:xfrm>
            <a:off x="3894773" y="3748445"/>
            <a:ext cx="318968" cy="398621"/>
          </a:xfrm>
          <a:prstGeom prst="rect">
            <a:avLst/>
          </a:prstGeom>
        </p:spPr>
      </p:pic>
      <p:sp>
        <p:nvSpPr>
          <p:cNvPr id="10" name="Text 4"/>
          <p:cNvSpPr/>
          <p:nvPr>
            <p:custDataLst>
              <p:tags r:id="rId4"/>
            </p:custDataLst>
          </p:nvPr>
        </p:nvSpPr>
        <p:spPr>
          <a:xfrm>
            <a:off x="6433304" y="3415903"/>
            <a:ext cx="2835235" cy="354330"/>
          </a:xfrm>
          <a:prstGeom prst="rect">
            <a:avLst/>
          </a:prstGeom>
          <a:noFill/>
        </p:spPr>
        <p:txBody>
          <a:bodyPr wrap="none" lIns="0" tIns="0" rIns="0" bIns="0" rtlCol="0" anchor="t"/>
          <a:lstStyle/>
          <a:p>
            <a:pPr marL="0" indent="0" algn="l">
              <a:lnSpc>
                <a:spcPts val="2750"/>
              </a:lnSpc>
              <a:buNone/>
            </a:pPr>
            <a:r>
              <a:rPr lang="en-US" sz="2200" b="1" dirty="0">
                <a:solidFill>
                  <a:srgbClr val="000000"/>
                </a:solidFill>
                <a:latin typeface="Times New Roman" panose="02020603050405020304" pitchFamily="18" charset="0"/>
                <a:ea typeface="Inter Bold" pitchFamily="34" charset="-122"/>
                <a:cs typeface="Times New Roman" panose="02020603050405020304" pitchFamily="18" charset="0"/>
              </a:rPr>
              <a:t>Node.js Backend</a:t>
            </a:r>
            <a:endParaRPr lang="en-US" sz="2200" dirty="0">
              <a:latin typeface="Times New Roman" panose="02020603050405020304" pitchFamily="18" charset="0"/>
              <a:cs typeface="Times New Roman" panose="02020603050405020304" pitchFamily="18" charset="0"/>
            </a:endParaRPr>
          </a:p>
        </p:txBody>
      </p:sp>
      <p:sp>
        <p:nvSpPr>
          <p:cNvPr id="11" name="Text 5"/>
          <p:cNvSpPr/>
          <p:nvPr>
            <p:custDataLst>
              <p:tags r:id="rId5"/>
            </p:custDataLst>
          </p:nvPr>
        </p:nvSpPr>
        <p:spPr>
          <a:xfrm>
            <a:off x="6433304" y="3906322"/>
            <a:ext cx="2939415" cy="362903"/>
          </a:xfrm>
          <a:prstGeom prst="rect">
            <a:avLst/>
          </a:prstGeom>
          <a:noFill/>
        </p:spPr>
        <p:txBody>
          <a:bodyPr wrap="none" lIns="0" tIns="0" rIns="0" bIns="0" rtlCol="0" anchor="t"/>
          <a:lstStyle/>
          <a:p>
            <a:pPr marL="0" indent="0" algn="l">
              <a:lnSpc>
                <a:spcPts val="2850"/>
              </a:lnSpc>
              <a:buNone/>
            </a:pPr>
            <a:r>
              <a:rPr lang="en-US" sz="1750" dirty="0">
                <a:solidFill>
                  <a:srgbClr val="000000"/>
                </a:solidFill>
                <a:latin typeface="Times New Roman" panose="02020603050405020304" pitchFamily="18" charset="0"/>
                <a:ea typeface="Inter" pitchFamily="34" charset="-122"/>
                <a:cs typeface="Times New Roman" panose="02020603050405020304" pitchFamily="18" charset="0"/>
              </a:rPr>
              <a:t>RESTful API with Express.js</a:t>
            </a:r>
            <a:endParaRPr lang="en-US" sz="1750" dirty="0">
              <a:latin typeface="Times New Roman" panose="02020603050405020304" pitchFamily="18" charset="0"/>
              <a:cs typeface="Times New Roman" panose="02020603050405020304" pitchFamily="18" charset="0"/>
            </a:endParaRPr>
          </a:p>
        </p:txBody>
      </p:sp>
      <p:sp>
        <p:nvSpPr>
          <p:cNvPr id="12" name="Shape 6"/>
          <p:cNvSpPr/>
          <p:nvPr>
            <p:custDataLst>
              <p:tags r:id="rId6"/>
            </p:custDataLst>
          </p:nvPr>
        </p:nvSpPr>
        <p:spPr>
          <a:xfrm>
            <a:off x="6263164" y="4509135"/>
            <a:ext cx="7516773" cy="15240"/>
          </a:xfrm>
          <a:prstGeom prst="roundRect">
            <a:avLst>
              <a:gd name="adj" fmla="val 625116"/>
            </a:avLst>
          </a:prstGeom>
          <a:solidFill>
            <a:srgbClr val="2A1999"/>
          </a:solidFill>
        </p:spPr>
        <p:txBody>
          <a:bodyPr/>
          <a:lstStyle/>
          <a:p>
            <a:endParaRPr/>
          </a:p>
        </p:txBody>
      </p:sp>
      <p:pic>
        <p:nvPicPr>
          <p:cNvPr id="13" name="Image 4" descr="preencoded.png"/>
          <p:cNvPicPr>
            <a:picLocks noChangeAspect="1"/>
          </p:cNvPicPr>
          <p:nvPr/>
        </p:nvPicPr>
        <p:blipFill>
          <a:blip r:embed="rId15"/>
          <a:stretch>
            <a:fillRect/>
          </a:stretch>
        </p:blipFill>
        <p:spPr>
          <a:xfrm>
            <a:off x="826294" y="4552712"/>
            <a:ext cx="6456164" cy="1306949"/>
          </a:xfrm>
          <a:prstGeom prst="rect">
            <a:avLst/>
          </a:prstGeom>
        </p:spPr>
      </p:pic>
      <p:pic>
        <p:nvPicPr>
          <p:cNvPr id="14" name="Image 5" descr="preencoded.png"/>
          <p:cNvPicPr>
            <a:picLocks noChangeAspect="1"/>
          </p:cNvPicPr>
          <p:nvPr/>
        </p:nvPicPr>
        <p:blipFill>
          <a:blip r:embed="rId16"/>
          <a:stretch>
            <a:fillRect/>
          </a:stretch>
        </p:blipFill>
        <p:spPr>
          <a:xfrm>
            <a:off x="3894773" y="5006816"/>
            <a:ext cx="318968" cy="398621"/>
          </a:xfrm>
          <a:prstGeom prst="rect">
            <a:avLst/>
          </a:prstGeom>
        </p:spPr>
      </p:pic>
      <p:sp>
        <p:nvSpPr>
          <p:cNvPr id="15" name="Text 7"/>
          <p:cNvSpPr/>
          <p:nvPr>
            <p:custDataLst>
              <p:tags r:id="rId7"/>
            </p:custDataLst>
          </p:nvPr>
        </p:nvSpPr>
        <p:spPr>
          <a:xfrm>
            <a:off x="7509272" y="4779526"/>
            <a:ext cx="2835235" cy="354330"/>
          </a:xfrm>
          <a:prstGeom prst="rect">
            <a:avLst/>
          </a:prstGeom>
          <a:noFill/>
        </p:spPr>
        <p:txBody>
          <a:bodyPr wrap="none" lIns="0" tIns="0" rIns="0" bIns="0" rtlCol="0" anchor="t"/>
          <a:lstStyle/>
          <a:p>
            <a:pPr marL="0" indent="0" algn="l">
              <a:lnSpc>
                <a:spcPts val="2750"/>
              </a:lnSpc>
              <a:buNone/>
            </a:pPr>
            <a:r>
              <a:rPr lang="en-US" sz="2200" b="1" dirty="0">
                <a:latin typeface="Times New Roman" panose="02020603050405020304" pitchFamily="18" charset="0"/>
                <a:ea typeface="Inter Bold" pitchFamily="34" charset="-122"/>
                <a:cs typeface="Times New Roman" panose="02020603050405020304" pitchFamily="18" charset="0"/>
              </a:rPr>
              <a:t>MongoDB</a:t>
            </a:r>
            <a:r>
              <a:rPr lang="en-US" sz="2200" b="1" dirty="0">
                <a:solidFill>
                  <a:srgbClr val="000000"/>
                </a:solidFill>
                <a:latin typeface="Times New Roman" panose="02020603050405020304" pitchFamily="18" charset="0"/>
                <a:ea typeface="Inter Bold" pitchFamily="34" charset="-122"/>
                <a:cs typeface="Times New Roman" panose="02020603050405020304" pitchFamily="18" charset="0"/>
              </a:rPr>
              <a:t> Database</a:t>
            </a:r>
            <a:endParaRPr lang="en-US" sz="2200" dirty="0">
              <a:latin typeface="Times New Roman" panose="02020603050405020304" pitchFamily="18" charset="0"/>
              <a:cs typeface="Times New Roman" panose="02020603050405020304" pitchFamily="18" charset="0"/>
            </a:endParaRPr>
          </a:p>
        </p:txBody>
      </p:sp>
      <p:sp>
        <p:nvSpPr>
          <p:cNvPr id="16" name="Text 8"/>
          <p:cNvSpPr/>
          <p:nvPr>
            <p:custDataLst>
              <p:tags r:id="rId8"/>
            </p:custDataLst>
          </p:nvPr>
        </p:nvSpPr>
        <p:spPr>
          <a:xfrm>
            <a:off x="7509272" y="5269944"/>
            <a:ext cx="3306723" cy="362903"/>
          </a:xfrm>
          <a:prstGeom prst="rect">
            <a:avLst/>
          </a:prstGeom>
          <a:noFill/>
        </p:spPr>
        <p:txBody>
          <a:bodyPr wrap="none" lIns="0" tIns="0" rIns="0" bIns="0" rtlCol="0" anchor="t"/>
          <a:lstStyle/>
          <a:p>
            <a:pPr marL="0" indent="0" algn="l">
              <a:lnSpc>
                <a:spcPts val="2850"/>
              </a:lnSpc>
              <a:buNone/>
            </a:pPr>
            <a:r>
              <a:rPr lang="en-US" sz="2000" dirty="0">
                <a:solidFill>
                  <a:srgbClr val="000000"/>
                </a:solidFill>
                <a:latin typeface="Times New Roman" panose="02020603050405020304" pitchFamily="18" charset="0"/>
                <a:ea typeface="Inter" pitchFamily="34" charset="-122"/>
                <a:cs typeface="Times New Roman" panose="02020603050405020304" pitchFamily="18" charset="0"/>
              </a:rPr>
              <a:t>Data storage with relationships</a:t>
            </a:r>
            <a:endParaRPr lang="en-US" sz="2000" dirty="0">
              <a:latin typeface="Times New Roman" panose="02020603050405020304" pitchFamily="18" charset="0"/>
              <a:cs typeface="Times New Roman" panose="02020603050405020304" pitchFamily="18" charset="0"/>
            </a:endParaRPr>
          </a:p>
        </p:txBody>
      </p:sp>
      <p:sp>
        <p:nvSpPr>
          <p:cNvPr id="17" name="Text 9"/>
          <p:cNvSpPr/>
          <p:nvPr/>
        </p:nvSpPr>
        <p:spPr>
          <a:xfrm>
            <a:off x="793790" y="6114812"/>
            <a:ext cx="13042821" cy="1451610"/>
          </a:xfrm>
          <a:prstGeom prst="rect">
            <a:avLst/>
          </a:prstGeom>
          <a:noFill/>
        </p:spPr>
        <p:txBody>
          <a:bodyPr wrap="square" lIns="0" tIns="0" rIns="0" bIns="0" rtlCol="0" anchor="t"/>
          <a:lstStyle/>
          <a:p>
            <a:pPr marL="0" indent="0" algn="just">
              <a:lnSpc>
                <a:spcPts val="2850"/>
              </a:lnSpc>
              <a:buNone/>
            </a:pPr>
            <a:r>
              <a:rPr lang="en-US" sz="2000" dirty="0">
                <a:solidFill>
                  <a:srgbClr val="000000"/>
                </a:solidFill>
                <a:latin typeface="Times New Roman" panose="02020603050405020304" pitchFamily="18" charset="0"/>
                <a:ea typeface="Inter" pitchFamily="34" charset="-122"/>
                <a:cs typeface="Times New Roman" panose="02020603050405020304" pitchFamily="18" charset="0"/>
              </a:rPr>
              <a:t>Our blog application follows a three-tier architecture. The frontend tier uses React with hooks for state management and reusable components for UI elements. The middle tier uses Node.js with Express to create a RESTful API, handling client requests and business logic. The data tier uses </a:t>
            </a:r>
            <a:r>
              <a:rPr lang="en-US" sz="2000" dirty="0">
                <a:latin typeface="Times New Roman" panose="02020603050405020304" pitchFamily="18" charset="0"/>
                <a:ea typeface="Inter" pitchFamily="34" charset="-122"/>
                <a:cs typeface="Times New Roman" panose="02020603050405020304" pitchFamily="18" charset="0"/>
              </a:rPr>
              <a:t>MongoDB</a:t>
            </a:r>
            <a:r>
              <a:rPr lang="en-US" sz="2000" dirty="0">
                <a:solidFill>
                  <a:srgbClr val="000000"/>
                </a:solidFill>
                <a:latin typeface="Times New Roman" panose="02020603050405020304" pitchFamily="18" charset="0"/>
                <a:ea typeface="Inter" pitchFamily="34" charset="-122"/>
                <a:cs typeface="Times New Roman" panose="02020603050405020304" pitchFamily="18" charset="0"/>
              </a:rPr>
              <a:t> to store blog posts, user information, and comments in a relational database schema.</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5"/>
          <a:stretch>
            <a:fillRect/>
          </a:stretch>
        </p:blipFill>
        <p:spPr>
          <a:xfrm>
            <a:off x="9144000" y="1103586"/>
            <a:ext cx="5486400" cy="6863255"/>
          </a:xfrm>
          <a:prstGeom prst="rect">
            <a:avLst/>
          </a:prstGeom>
        </p:spPr>
      </p:pic>
      <p:sp>
        <p:nvSpPr>
          <p:cNvPr id="3" name="Text 0"/>
          <p:cNvSpPr/>
          <p:nvPr/>
        </p:nvSpPr>
        <p:spPr>
          <a:xfrm>
            <a:off x="562563" y="238600"/>
            <a:ext cx="6607850" cy="566976"/>
          </a:xfrm>
          <a:prstGeom prst="rect">
            <a:avLst/>
          </a:prstGeom>
          <a:noFill/>
        </p:spPr>
        <p:txBody>
          <a:bodyPr wrap="none" lIns="0" tIns="0" rIns="0" bIns="0" rtlCol="0" anchor="t"/>
          <a:lstStyle/>
          <a:p>
            <a:pPr marL="0" indent="0" algn="l">
              <a:lnSpc>
                <a:spcPts val="4450"/>
              </a:lnSpc>
              <a:buNone/>
            </a:pPr>
            <a:r>
              <a:rPr lang="en-US" sz="4400" b="1" dirty="0">
                <a:solidFill>
                  <a:srgbClr val="000000"/>
                </a:solidFill>
                <a:latin typeface="Times New Roman" panose="02020603050405020304" pitchFamily="18" charset="0"/>
                <a:ea typeface="Inter Bold" pitchFamily="34" charset="-122"/>
                <a:cs typeface="Times New Roman" panose="02020603050405020304" pitchFamily="18" charset="0"/>
              </a:rPr>
              <a:t>Setting Up the React Frontend</a:t>
            </a:r>
            <a:endParaRPr lang="en-US" sz="4400" dirty="0">
              <a:latin typeface="Times New Roman" panose="02020603050405020304" pitchFamily="18" charset="0"/>
              <a:cs typeface="Times New Roman" panose="02020603050405020304" pitchFamily="18" charset="0"/>
            </a:endParaRPr>
          </a:p>
        </p:txBody>
      </p:sp>
      <p:pic>
        <p:nvPicPr>
          <p:cNvPr id="4" name="Image 1" descr="preencoded.png"/>
          <p:cNvPicPr>
            <a:picLocks noChangeAspect="1"/>
          </p:cNvPicPr>
          <p:nvPr>
            <p:custDataLst>
              <p:tags r:id="rId1"/>
            </p:custDataLst>
          </p:nvPr>
        </p:nvPicPr>
        <p:blipFill>
          <a:blip r:embed="rId16"/>
          <a:stretch>
            <a:fillRect/>
          </a:stretch>
        </p:blipFill>
        <p:spPr>
          <a:xfrm>
            <a:off x="793790" y="1529239"/>
            <a:ext cx="907256" cy="1088708"/>
          </a:xfrm>
          <a:prstGeom prst="rect">
            <a:avLst/>
          </a:prstGeom>
        </p:spPr>
      </p:pic>
      <p:sp>
        <p:nvSpPr>
          <p:cNvPr id="5" name="Text 1"/>
          <p:cNvSpPr/>
          <p:nvPr>
            <p:custDataLst>
              <p:tags r:id="rId2"/>
            </p:custDataLst>
          </p:nvPr>
        </p:nvSpPr>
        <p:spPr>
          <a:xfrm>
            <a:off x="1973223" y="1710690"/>
            <a:ext cx="2449830" cy="283488"/>
          </a:xfrm>
          <a:prstGeom prst="rect">
            <a:avLst/>
          </a:prstGeom>
          <a:noFill/>
        </p:spPr>
        <p:txBody>
          <a:bodyPr wrap="none" lIns="0" tIns="0" rIns="0" bIns="0" rtlCol="0" anchor="t"/>
          <a:lstStyle/>
          <a:p>
            <a:pPr marL="0" indent="0" algn="l">
              <a:lnSpc>
                <a:spcPts val="2200"/>
              </a:lnSpc>
              <a:buNone/>
            </a:pPr>
            <a:r>
              <a:rPr lang="en-US" sz="2400" b="1" dirty="0">
                <a:solidFill>
                  <a:srgbClr val="000000"/>
                </a:solidFill>
                <a:latin typeface="Times New Roman" panose="02020603050405020304" pitchFamily="18" charset="0"/>
                <a:ea typeface="Inter Bold" pitchFamily="34" charset="-122"/>
                <a:cs typeface="Times New Roman" panose="02020603050405020304" pitchFamily="18" charset="0"/>
              </a:rPr>
              <a:t>Initialize React Project</a:t>
            </a:r>
            <a:endParaRPr lang="en-US" sz="2400" dirty="0">
              <a:latin typeface="Times New Roman" panose="02020603050405020304" pitchFamily="18" charset="0"/>
              <a:cs typeface="Times New Roman" panose="02020603050405020304" pitchFamily="18" charset="0"/>
            </a:endParaRPr>
          </a:p>
        </p:txBody>
      </p:sp>
      <p:sp>
        <p:nvSpPr>
          <p:cNvPr id="6" name="Text 2"/>
          <p:cNvSpPr/>
          <p:nvPr>
            <p:custDataLst>
              <p:tags r:id="rId3"/>
            </p:custDataLst>
          </p:nvPr>
        </p:nvSpPr>
        <p:spPr>
          <a:xfrm>
            <a:off x="1973223" y="2103001"/>
            <a:ext cx="6376988" cy="290274"/>
          </a:xfrm>
          <a:prstGeom prst="rect">
            <a:avLst/>
          </a:prstGeom>
          <a:noFill/>
        </p:spPr>
        <p:txBody>
          <a:bodyPr wrap="none" lIns="0" tIns="0" rIns="0" bIns="0" rtlCol="0" anchor="t"/>
          <a:lstStyle/>
          <a:p>
            <a:pPr marL="0" indent="0" algn="l">
              <a:lnSpc>
                <a:spcPts val="2250"/>
              </a:lnSpc>
              <a:buNone/>
            </a:pPr>
            <a:r>
              <a:rPr lang="en-US" sz="2000" dirty="0">
                <a:solidFill>
                  <a:srgbClr val="000000"/>
                </a:solidFill>
                <a:latin typeface="Times New Roman" panose="02020603050405020304" pitchFamily="18" charset="0"/>
                <a:ea typeface="Inter" pitchFamily="34" charset="-122"/>
                <a:cs typeface="Times New Roman" panose="02020603050405020304" pitchFamily="18" charset="0"/>
              </a:rPr>
              <a:t>Create a new React app using Create React App or Vite</a:t>
            </a:r>
            <a:endParaRPr lang="en-US" sz="2000" dirty="0">
              <a:latin typeface="Times New Roman" panose="02020603050405020304" pitchFamily="18" charset="0"/>
              <a:cs typeface="Times New Roman" panose="02020603050405020304" pitchFamily="18" charset="0"/>
            </a:endParaRPr>
          </a:p>
        </p:txBody>
      </p:sp>
      <p:pic>
        <p:nvPicPr>
          <p:cNvPr id="7" name="Image 2" descr="preencoded.png"/>
          <p:cNvPicPr>
            <a:picLocks noChangeAspect="1"/>
          </p:cNvPicPr>
          <p:nvPr>
            <p:custDataLst>
              <p:tags r:id="rId4"/>
            </p:custDataLst>
          </p:nvPr>
        </p:nvPicPr>
        <p:blipFill>
          <a:blip r:embed="rId17"/>
          <a:stretch>
            <a:fillRect/>
          </a:stretch>
        </p:blipFill>
        <p:spPr>
          <a:xfrm>
            <a:off x="793790" y="2617946"/>
            <a:ext cx="907256" cy="1088708"/>
          </a:xfrm>
          <a:prstGeom prst="rect">
            <a:avLst/>
          </a:prstGeom>
        </p:spPr>
      </p:pic>
      <p:sp>
        <p:nvSpPr>
          <p:cNvPr id="8" name="Text 3"/>
          <p:cNvSpPr/>
          <p:nvPr>
            <p:custDataLst>
              <p:tags r:id="rId5"/>
            </p:custDataLst>
          </p:nvPr>
        </p:nvSpPr>
        <p:spPr>
          <a:xfrm>
            <a:off x="1973223" y="2799398"/>
            <a:ext cx="3446740" cy="283488"/>
          </a:xfrm>
          <a:prstGeom prst="rect">
            <a:avLst/>
          </a:prstGeom>
          <a:noFill/>
        </p:spPr>
        <p:txBody>
          <a:bodyPr wrap="none" lIns="0" tIns="0" rIns="0" bIns="0" rtlCol="0" anchor="t"/>
          <a:lstStyle/>
          <a:p>
            <a:pPr marL="0" indent="0" algn="l">
              <a:lnSpc>
                <a:spcPts val="2200"/>
              </a:lnSpc>
              <a:buNone/>
            </a:pPr>
            <a:r>
              <a:rPr lang="en-US" sz="2400" b="1" dirty="0">
                <a:solidFill>
                  <a:srgbClr val="000000"/>
                </a:solidFill>
                <a:latin typeface="Times New Roman" panose="02020603050405020304" pitchFamily="18" charset="0"/>
                <a:ea typeface="Inter Bold" pitchFamily="34" charset="-122"/>
                <a:cs typeface="Times New Roman" panose="02020603050405020304" pitchFamily="18" charset="0"/>
              </a:rPr>
              <a:t>Organize Component Structure</a:t>
            </a:r>
            <a:endParaRPr lang="en-US" sz="2400" dirty="0">
              <a:latin typeface="Times New Roman" panose="02020603050405020304" pitchFamily="18" charset="0"/>
              <a:cs typeface="Times New Roman" panose="02020603050405020304" pitchFamily="18" charset="0"/>
            </a:endParaRPr>
          </a:p>
        </p:txBody>
      </p:sp>
      <p:sp>
        <p:nvSpPr>
          <p:cNvPr id="9" name="Text 4"/>
          <p:cNvSpPr/>
          <p:nvPr>
            <p:custDataLst>
              <p:tags r:id="rId6"/>
            </p:custDataLst>
          </p:nvPr>
        </p:nvSpPr>
        <p:spPr>
          <a:xfrm>
            <a:off x="1973223" y="3191708"/>
            <a:ext cx="6376988" cy="290274"/>
          </a:xfrm>
          <a:prstGeom prst="rect">
            <a:avLst/>
          </a:prstGeom>
          <a:noFill/>
        </p:spPr>
        <p:txBody>
          <a:bodyPr wrap="none" lIns="0" tIns="0" rIns="0" bIns="0" rtlCol="0" anchor="t"/>
          <a:lstStyle/>
          <a:p>
            <a:pPr marL="0" indent="0" algn="l">
              <a:lnSpc>
                <a:spcPts val="2250"/>
              </a:lnSpc>
              <a:buNone/>
            </a:pPr>
            <a:r>
              <a:rPr lang="en-US" sz="2000" dirty="0">
                <a:solidFill>
                  <a:srgbClr val="000000"/>
                </a:solidFill>
                <a:latin typeface="Times New Roman" panose="02020603050405020304" pitchFamily="18" charset="0"/>
                <a:ea typeface="Inter" pitchFamily="34" charset="-122"/>
                <a:cs typeface="Times New Roman" panose="02020603050405020304" pitchFamily="18" charset="0"/>
              </a:rPr>
              <a:t>Set up folder structure for components, pages, and contexts</a:t>
            </a:r>
            <a:endParaRPr lang="en-US" sz="2000" dirty="0">
              <a:latin typeface="Times New Roman" panose="02020603050405020304" pitchFamily="18" charset="0"/>
              <a:cs typeface="Times New Roman" panose="02020603050405020304" pitchFamily="18" charset="0"/>
            </a:endParaRPr>
          </a:p>
        </p:txBody>
      </p:sp>
      <p:pic>
        <p:nvPicPr>
          <p:cNvPr id="10" name="Image 3" descr="preencoded.png"/>
          <p:cNvPicPr>
            <a:picLocks noChangeAspect="1"/>
          </p:cNvPicPr>
          <p:nvPr>
            <p:custDataLst>
              <p:tags r:id="rId7"/>
            </p:custDataLst>
          </p:nvPr>
        </p:nvPicPr>
        <p:blipFill>
          <a:blip r:embed="rId18"/>
          <a:stretch>
            <a:fillRect/>
          </a:stretch>
        </p:blipFill>
        <p:spPr>
          <a:xfrm>
            <a:off x="793790" y="3706654"/>
            <a:ext cx="907256" cy="1088708"/>
          </a:xfrm>
          <a:prstGeom prst="rect">
            <a:avLst/>
          </a:prstGeom>
        </p:spPr>
      </p:pic>
      <p:sp>
        <p:nvSpPr>
          <p:cNvPr id="11" name="Text 5"/>
          <p:cNvSpPr/>
          <p:nvPr>
            <p:custDataLst>
              <p:tags r:id="rId8"/>
            </p:custDataLst>
          </p:nvPr>
        </p:nvSpPr>
        <p:spPr>
          <a:xfrm>
            <a:off x="1973223" y="3888105"/>
            <a:ext cx="2308027" cy="283488"/>
          </a:xfrm>
          <a:prstGeom prst="rect">
            <a:avLst/>
          </a:prstGeom>
          <a:noFill/>
        </p:spPr>
        <p:txBody>
          <a:bodyPr wrap="none" lIns="0" tIns="0" rIns="0" bIns="0" rtlCol="0" anchor="t"/>
          <a:lstStyle/>
          <a:p>
            <a:pPr marL="0" indent="0" algn="l">
              <a:lnSpc>
                <a:spcPts val="2200"/>
              </a:lnSpc>
              <a:buNone/>
            </a:pPr>
            <a:r>
              <a:rPr lang="en-US" sz="2400" b="1" dirty="0">
                <a:solidFill>
                  <a:srgbClr val="000000"/>
                </a:solidFill>
                <a:latin typeface="Times New Roman" panose="02020603050405020304" pitchFamily="18" charset="0"/>
                <a:ea typeface="Inter Bold" pitchFamily="34" charset="-122"/>
                <a:cs typeface="Times New Roman" panose="02020603050405020304" pitchFamily="18" charset="0"/>
              </a:rPr>
              <a:t>Add Styling Libraries</a:t>
            </a:r>
            <a:endParaRPr lang="en-US" sz="2400" dirty="0">
              <a:latin typeface="Times New Roman" panose="02020603050405020304" pitchFamily="18" charset="0"/>
              <a:cs typeface="Times New Roman" panose="02020603050405020304" pitchFamily="18" charset="0"/>
            </a:endParaRPr>
          </a:p>
        </p:txBody>
      </p:sp>
      <p:sp>
        <p:nvSpPr>
          <p:cNvPr id="12" name="Text 6"/>
          <p:cNvSpPr/>
          <p:nvPr>
            <p:custDataLst>
              <p:tags r:id="rId9"/>
            </p:custDataLst>
          </p:nvPr>
        </p:nvSpPr>
        <p:spPr>
          <a:xfrm>
            <a:off x="1973223" y="4280416"/>
            <a:ext cx="6376988" cy="290274"/>
          </a:xfrm>
          <a:prstGeom prst="rect">
            <a:avLst/>
          </a:prstGeom>
          <a:noFill/>
        </p:spPr>
        <p:txBody>
          <a:bodyPr wrap="none" lIns="0" tIns="0" rIns="0" bIns="0" rtlCol="0" anchor="t"/>
          <a:lstStyle/>
          <a:p>
            <a:pPr marL="0" indent="0" algn="l">
              <a:lnSpc>
                <a:spcPts val="2250"/>
              </a:lnSpc>
              <a:buNone/>
            </a:pPr>
            <a:r>
              <a:rPr lang="en-US" sz="2000" dirty="0">
                <a:solidFill>
                  <a:srgbClr val="000000"/>
                </a:solidFill>
                <a:latin typeface="Times New Roman" panose="02020603050405020304" pitchFamily="18" charset="0"/>
                <a:ea typeface="Inter" pitchFamily="34" charset="-122"/>
                <a:cs typeface="Times New Roman" panose="02020603050405020304" pitchFamily="18" charset="0"/>
              </a:rPr>
              <a:t>Install and configure CSS frameworks or styled-components</a:t>
            </a:r>
            <a:endParaRPr lang="en-US" sz="2000" dirty="0">
              <a:latin typeface="Times New Roman" panose="02020603050405020304" pitchFamily="18" charset="0"/>
              <a:cs typeface="Times New Roman" panose="02020603050405020304" pitchFamily="18" charset="0"/>
            </a:endParaRPr>
          </a:p>
        </p:txBody>
      </p:sp>
      <p:pic>
        <p:nvPicPr>
          <p:cNvPr id="13" name="Image 4" descr="preencoded.png"/>
          <p:cNvPicPr>
            <a:picLocks noChangeAspect="1"/>
          </p:cNvPicPr>
          <p:nvPr>
            <p:custDataLst>
              <p:tags r:id="rId10"/>
            </p:custDataLst>
          </p:nvPr>
        </p:nvPicPr>
        <p:blipFill>
          <a:blip r:embed="rId19"/>
          <a:stretch>
            <a:fillRect/>
          </a:stretch>
        </p:blipFill>
        <p:spPr>
          <a:xfrm>
            <a:off x="793790" y="4795361"/>
            <a:ext cx="907256" cy="1088708"/>
          </a:xfrm>
          <a:prstGeom prst="rect">
            <a:avLst/>
          </a:prstGeom>
        </p:spPr>
      </p:pic>
      <p:sp>
        <p:nvSpPr>
          <p:cNvPr id="14" name="Text 7"/>
          <p:cNvSpPr/>
          <p:nvPr>
            <p:custDataLst>
              <p:tags r:id="rId11"/>
            </p:custDataLst>
          </p:nvPr>
        </p:nvSpPr>
        <p:spPr>
          <a:xfrm>
            <a:off x="1973223" y="4976813"/>
            <a:ext cx="2268260" cy="283488"/>
          </a:xfrm>
          <a:prstGeom prst="rect">
            <a:avLst/>
          </a:prstGeom>
          <a:noFill/>
        </p:spPr>
        <p:txBody>
          <a:bodyPr wrap="none" lIns="0" tIns="0" rIns="0" bIns="0" rtlCol="0" anchor="t"/>
          <a:lstStyle/>
          <a:p>
            <a:pPr marL="0" indent="0" algn="l">
              <a:lnSpc>
                <a:spcPts val="2200"/>
              </a:lnSpc>
              <a:buNone/>
            </a:pPr>
            <a:r>
              <a:rPr lang="en-US" sz="2400" b="1" dirty="0">
                <a:solidFill>
                  <a:srgbClr val="000000"/>
                </a:solidFill>
                <a:latin typeface="Times New Roman" panose="02020603050405020304" pitchFamily="18" charset="0"/>
                <a:ea typeface="Inter Bold" pitchFamily="34" charset="-122"/>
                <a:cs typeface="Times New Roman" panose="02020603050405020304" pitchFamily="18" charset="0"/>
              </a:rPr>
              <a:t>Implement Routing</a:t>
            </a:r>
            <a:endParaRPr lang="en-US" sz="2400" dirty="0">
              <a:latin typeface="Times New Roman" panose="02020603050405020304" pitchFamily="18" charset="0"/>
              <a:cs typeface="Times New Roman" panose="02020603050405020304" pitchFamily="18" charset="0"/>
            </a:endParaRPr>
          </a:p>
        </p:txBody>
      </p:sp>
      <p:sp>
        <p:nvSpPr>
          <p:cNvPr id="15" name="Text 8"/>
          <p:cNvSpPr/>
          <p:nvPr>
            <p:custDataLst>
              <p:tags r:id="rId12"/>
            </p:custDataLst>
          </p:nvPr>
        </p:nvSpPr>
        <p:spPr>
          <a:xfrm>
            <a:off x="1973223" y="5369123"/>
            <a:ext cx="6376988" cy="290274"/>
          </a:xfrm>
          <a:prstGeom prst="rect">
            <a:avLst/>
          </a:prstGeom>
          <a:noFill/>
        </p:spPr>
        <p:txBody>
          <a:bodyPr wrap="none" lIns="0" tIns="0" rIns="0" bIns="0" rtlCol="0" anchor="t"/>
          <a:lstStyle/>
          <a:p>
            <a:pPr marL="0" indent="0" algn="l">
              <a:lnSpc>
                <a:spcPts val="2250"/>
              </a:lnSpc>
              <a:buNone/>
            </a:pPr>
            <a:r>
              <a:rPr lang="en-US" sz="2400" dirty="0">
                <a:solidFill>
                  <a:srgbClr val="000000"/>
                </a:solidFill>
                <a:latin typeface="Times New Roman" panose="02020603050405020304" pitchFamily="18" charset="0"/>
                <a:ea typeface="Inter" pitchFamily="34" charset="-122"/>
                <a:cs typeface="Times New Roman" panose="02020603050405020304" pitchFamily="18" charset="0"/>
              </a:rPr>
              <a:t>Set up React Router for navigation between pages</a:t>
            </a:r>
            <a:endParaRPr lang="en-US" sz="2400" dirty="0">
              <a:latin typeface="Times New Roman" panose="02020603050405020304" pitchFamily="18" charset="0"/>
              <a:cs typeface="Times New Roman" panose="02020603050405020304" pitchFamily="18" charset="0"/>
            </a:endParaRPr>
          </a:p>
        </p:txBody>
      </p:sp>
      <p:sp>
        <p:nvSpPr>
          <p:cNvPr id="16" name="Text 9"/>
          <p:cNvSpPr/>
          <p:nvPr/>
        </p:nvSpPr>
        <p:spPr>
          <a:xfrm>
            <a:off x="793790" y="6088142"/>
            <a:ext cx="7556421" cy="1451372"/>
          </a:xfrm>
          <a:prstGeom prst="rect">
            <a:avLst/>
          </a:prstGeom>
          <a:noFill/>
        </p:spPr>
        <p:txBody>
          <a:bodyPr wrap="square" lIns="0" tIns="0" rIns="0" bIns="0" rtlCol="0" anchor="t"/>
          <a:lstStyle/>
          <a:p>
            <a:pPr marL="0" indent="0" algn="just">
              <a:lnSpc>
                <a:spcPts val="2250"/>
              </a:lnSpc>
              <a:buNone/>
            </a:pPr>
            <a:r>
              <a:rPr lang="en-US" sz="2000" dirty="0">
                <a:solidFill>
                  <a:srgbClr val="000000"/>
                </a:solidFill>
                <a:latin typeface="Times New Roman" panose="02020603050405020304" pitchFamily="18" charset="0"/>
                <a:ea typeface="Inter" pitchFamily="34" charset="-122"/>
                <a:cs typeface="Times New Roman" panose="02020603050405020304" pitchFamily="18" charset="0"/>
              </a:rPr>
              <a:t>Begin by creating a new React application using Create React App. Structure your project with separate folders for components, pages, contexts, and utilities. For styling, you can use CSS modules, styled-components, or frameworks like Tailwind CSS. Implement routing with React Router to navigate between home, login, registration, post creation, and post detail pages.</a:t>
            </a:r>
            <a:endParaRPr lang="en-US" sz="2000" dirty="0">
              <a:latin typeface="Times New Roman" panose="02020603050405020304" pitchFamily="18" charset="0"/>
              <a:cs typeface="Times New Roman" panose="02020603050405020304" pitchFamily="18" charset="0"/>
            </a:endParaRPr>
          </a:p>
        </p:txBody>
      </p:sp>
      <p:sp>
        <p:nvSpPr>
          <p:cNvPr id="17" name="Text Box 16"/>
          <p:cNvSpPr txBox="1"/>
          <p:nvPr/>
        </p:nvSpPr>
        <p:spPr>
          <a:xfrm>
            <a:off x="5325745" y="1625600"/>
            <a:ext cx="4876800" cy="306705"/>
          </a:xfrm>
          <a:prstGeom prst="rect">
            <a:avLst/>
          </a:prstGeom>
          <a:noFill/>
        </p:spPr>
        <p:txBody>
          <a:bodyPr wrap="square" rtlCol="0">
            <a:spAutoFit/>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52356" y="241152"/>
            <a:ext cx="8098036" cy="708779"/>
          </a:xfrm>
          <a:prstGeom prst="rect">
            <a:avLst/>
          </a:prstGeom>
          <a:noFill/>
        </p:spPr>
        <p:txBody>
          <a:bodyPr wrap="none" lIns="0" tIns="0" rIns="0" bIns="0" rtlCol="0" anchor="t"/>
          <a:lstStyle/>
          <a:p>
            <a:pPr marL="0" indent="0" algn="l">
              <a:lnSpc>
                <a:spcPts val="5550"/>
              </a:lnSpc>
              <a:buNone/>
            </a:pPr>
            <a:r>
              <a:rPr lang="en-US" sz="4450" b="1" dirty="0">
                <a:solidFill>
                  <a:srgbClr val="000000"/>
                </a:solidFill>
                <a:latin typeface="Times New Roman" panose="02020603050405020304" pitchFamily="18" charset="0"/>
                <a:ea typeface="Inter Bold" pitchFamily="34" charset="-122"/>
                <a:cs typeface="Times New Roman" panose="02020603050405020304" pitchFamily="18" charset="0"/>
              </a:rPr>
              <a:t>Building the Node.js Backend</a:t>
            </a:r>
            <a:endParaRPr lang="en-US" sz="4450" dirty="0">
              <a:latin typeface="Times New Roman" panose="02020603050405020304" pitchFamily="18" charset="0"/>
              <a:cs typeface="Times New Roman" panose="02020603050405020304" pitchFamily="18" charset="0"/>
            </a:endParaRPr>
          </a:p>
        </p:txBody>
      </p:sp>
      <p:sp>
        <p:nvSpPr>
          <p:cNvPr id="3" name="Shape 1"/>
          <p:cNvSpPr/>
          <p:nvPr>
            <p:custDataLst>
              <p:tags r:id="rId1"/>
            </p:custDataLst>
          </p:nvPr>
        </p:nvSpPr>
        <p:spPr>
          <a:xfrm>
            <a:off x="794425" y="2236311"/>
            <a:ext cx="4120753" cy="226814"/>
          </a:xfrm>
          <a:prstGeom prst="roundRect">
            <a:avLst>
              <a:gd name="adj" fmla="val 42003"/>
            </a:avLst>
          </a:prstGeom>
          <a:solidFill>
            <a:srgbClr val="110080"/>
          </a:solidFill>
          <a:ln w="7620">
            <a:solidFill>
              <a:srgbClr val="2A1999"/>
            </a:solidFill>
            <a:prstDash val="solid"/>
          </a:ln>
        </p:spPr>
        <p:txBody>
          <a:bodyPr/>
          <a:lstStyle/>
          <a:p>
            <a:endParaRPr/>
          </a:p>
        </p:txBody>
      </p:sp>
      <p:sp>
        <p:nvSpPr>
          <p:cNvPr id="4" name="Text 2"/>
          <p:cNvSpPr/>
          <p:nvPr>
            <p:custDataLst>
              <p:tags r:id="rId2"/>
            </p:custDataLst>
          </p:nvPr>
        </p:nvSpPr>
        <p:spPr>
          <a:xfrm>
            <a:off x="793790" y="2845832"/>
            <a:ext cx="3078480" cy="354330"/>
          </a:xfrm>
          <a:prstGeom prst="rect">
            <a:avLst/>
          </a:prstGeom>
          <a:noFill/>
        </p:spPr>
        <p:txBody>
          <a:bodyPr wrap="none" lIns="0" tIns="0" rIns="0" bIns="0" rtlCol="0" anchor="t"/>
          <a:lstStyle/>
          <a:p>
            <a:pPr marL="0" indent="0" algn="l">
              <a:lnSpc>
                <a:spcPts val="2750"/>
              </a:lnSpc>
              <a:buNone/>
            </a:pPr>
            <a:r>
              <a:rPr lang="en-US" sz="2400" b="1" dirty="0">
                <a:solidFill>
                  <a:srgbClr val="000000"/>
                </a:solidFill>
                <a:latin typeface="Times New Roman" panose="02020603050405020304" pitchFamily="18" charset="0"/>
                <a:ea typeface="Inter Bold" pitchFamily="34" charset="-122"/>
                <a:cs typeface="Times New Roman" panose="02020603050405020304" pitchFamily="18" charset="0"/>
              </a:rPr>
              <a:t>Set Up Express Server</a:t>
            </a:r>
            <a:endParaRPr lang="en-US" sz="2400" dirty="0">
              <a:latin typeface="Times New Roman" panose="02020603050405020304" pitchFamily="18" charset="0"/>
              <a:cs typeface="Times New Roman" panose="02020603050405020304" pitchFamily="18" charset="0"/>
            </a:endParaRPr>
          </a:p>
        </p:txBody>
      </p:sp>
      <p:sp>
        <p:nvSpPr>
          <p:cNvPr id="5" name="Text 3"/>
          <p:cNvSpPr/>
          <p:nvPr>
            <p:custDataLst>
              <p:tags r:id="rId3"/>
            </p:custDataLst>
          </p:nvPr>
        </p:nvSpPr>
        <p:spPr>
          <a:xfrm>
            <a:off x="746800" y="3357840"/>
            <a:ext cx="4120753" cy="2177415"/>
          </a:xfrm>
          <a:prstGeom prst="rect">
            <a:avLst/>
          </a:prstGeom>
          <a:noFill/>
        </p:spPr>
        <p:txBody>
          <a:bodyPr wrap="square" lIns="0" tIns="0" rIns="0" bIns="0" rtlCol="0" anchor="t"/>
          <a:lstStyle/>
          <a:p>
            <a:pPr marL="0" indent="0" algn="l">
              <a:lnSpc>
                <a:spcPts val="2850"/>
              </a:lnSpc>
              <a:buNone/>
            </a:pPr>
            <a:r>
              <a:rPr lang="en-US" sz="2000" dirty="0">
                <a:solidFill>
                  <a:srgbClr val="000000"/>
                </a:solidFill>
                <a:latin typeface="Times New Roman" panose="02020603050405020304" pitchFamily="18" charset="0"/>
                <a:ea typeface="Inter" pitchFamily="34" charset="-122"/>
                <a:cs typeface="Times New Roman" panose="02020603050405020304" pitchFamily="18" charset="0"/>
              </a:rPr>
              <a:t>Create a new Node.js project with Express.js as the web framework. Configure middleware for parsing requests, handling CORS, and logging. Set up environment variables for configuration management.</a:t>
            </a:r>
            <a:endParaRPr lang="en-US" sz="2000" dirty="0">
              <a:latin typeface="Times New Roman" panose="02020603050405020304" pitchFamily="18" charset="0"/>
              <a:cs typeface="Times New Roman" panose="02020603050405020304" pitchFamily="18" charset="0"/>
            </a:endParaRPr>
          </a:p>
        </p:txBody>
      </p:sp>
      <p:sp>
        <p:nvSpPr>
          <p:cNvPr id="6" name="Shape 4"/>
          <p:cNvSpPr/>
          <p:nvPr>
            <p:custDataLst>
              <p:tags r:id="rId4"/>
            </p:custDataLst>
          </p:nvPr>
        </p:nvSpPr>
        <p:spPr>
          <a:xfrm>
            <a:off x="5254704" y="2236391"/>
            <a:ext cx="4120872" cy="226814"/>
          </a:xfrm>
          <a:prstGeom prst="roundRect">
            <a:avLst>
              <a:gd name="adj" fmla="val 42003"/>
            </a:avLst>
          </a:prstGeom>
          <a:solidFill>
            <a:srgbClr val="110080"/>
          </a:solidFill>
          <a:ln w="7620">
            <a:solidFill>
              <a:srgbClr val="2A1999"/>
            </a:solidFill>
            <a:prstDash val="solid"/>
          </a:ln>
        </p:spPr>
        <p:txBody>
          <a:bodyPr/>
          <a:lstStyle/>
          <a:p>
            <a:endParaRPr/>
          </a:p>
        </p:txBody>
      </p:sp>
      <p:sp>
        <p:nvSpPr>
          <p:cNvPr id="7" name="Text 5"/>
          <p:cNvSpPr/>
          <p:nvPr>
            <p:custDataLst>
              <p:tags r:id="rId5"/>
            </p:custDataLst>
          </p:nvPr>
        </p:nvSpPr>
        <p:spPr>
          <a:xfrm>
            <a:off x="5254704" y="2845911"/>
            <a:ext cx="3698677" cy="354330"/>
          </a:xfrm>
          <a:prstGeom prst="rect">
            <a:avLst/>
          </a:prstGeom>
          <a:noFill/>
        </p:spPr>
        <p:txBody>
          <a:bodyPr wrap="none" lIns="0" tIns="0" rIns="0" bIns="0" rtlCol="0" anchor="t"/>
          <a:lstStyle/>
          <a:p>
            <a:pPr marL="0" indent="0" algn="l">
              <a:lnSpc>
                <a:spcPts val="2750"/>
              </a:lnSpc>
              <a:buNone/>
            </a:pPr>
            <a:r>
              <a:rPr lang="en-US" sz="2400" b="1" dirty="0">
                <a:solidFill>
                  <a:srgbClr val="000000"/>
                </a:solidFill>
                <a:latin typeface="Times New Roman" panose="02020603050405020304" pitchFamily="18" charset="0"/>
                <a:ea typeface="Inter Bold" pitchFamily="34" charset="-122"/>
                <a:cs typeface="Times New Roman" panose="02020603050405020304" pitchFamily="18" charset="0"/>
              </a:rPr>
              <a:t>Design RESTful API Routes</a:t>
            </a:r>
            <a:endParaRPr lang="en-US" sz="2400" dirty="0">
              <a:latin typeface="Times New Roman" panose="02020603050405020304" pitchFamily="18" charset="0"/>
              <a:cs typeface="Times New Roman" panose="02020603050405020304" pitchFamily="18" charset="0"/>
            </a:endParaRPr>
          </a:p>
        </p:txBody>
      </p:sp>
      <p:sp>
        <p:nvSpPr>
          <p:cNvPr id="8" name="Text 6"/>
          <p:cNvSpPr/>
          <p:nvPr>
            <p:custDataLst>
              <p:tags r:id="rId6"/>
            </p:custDataLst>
          </p:nvPr>
        </p:nvSpPr>
        <p:spPr>
          <a:xfrm>
            <a:off x="5231209" y="3357920"/>
            <a:ext cx="4120872" cy="2540318"/>
          </a:xfrm>
          <a:prstGeom prst="rect">
            <a:avLst/>
          </a:prstGeom>
          <a:noFill/>
        </p:spPr>
        <p:txBody>
          <a:bodyPr wrap="square" lIns="0" tIns="0" rIns="0" bIns="0" rtlCol="0" anchor="t"/>
          <a:lstStyle/>
          <a:p>
            <a:pPr marL="0" indent="0" algn="l">
              <a:lnSpc>
                <a:spcPts val="2850"/>
              </a:lnSpc>
              <a:buNone/>
            </a:pPr>
            <a:r>
              <a:rPr lang="en-US" sz="2000" dirty="0">
                <a:solidFill>
                  <a:srgbClr val="000000"/>
                </a:solidFill>
                <a:latin typeface="Times New Roman" panose="02020603050405020304" pitchFamily="18" charset="0"/>
                <a:ea typeface="Inter" pitchFamily="34" charset="-122"/>
                <a:cs typeface="Times New Roman" panose="02020603050405020304" pitchFamily="18" charset="0"/>
              </a:rPr>
              <a:t>Define routes for user authentication, blog post CRUD operations, and comment functionality. Implement controllers to handle request processing and response generation. Use proper HTTP methods and status codes.</a:t>
            </a:r>
            <a:endParaRPr lang="en-US" sz="2000" dirty="0">
              <a:latin typeface="Times New Roman" panose="02020603050405020304" pitchFamily="18" charset="0"/>
              <a:cs typeface="Times New Roman" panose="02020603050405020304" pitchFamily="18" charset="0"/>
            </a:endParaRPr>
          </a:p>
        </p:txBody>
      </p:sp>
      <p:sp>
        <p:nvSpPr>
          <p:cNvPr id="9" name="Shape 7"/>
          <p:cNvSpPr/>
          <p:nvPr>
            <p:custDataLst>
              <p:tags r:id="rId7"/>
            </p:custDataLst>
          </p:nvPr>
        </p:nvSpPr>
        <p:spPr>
          <a:xfrm>
            <a:off x="9715738" y="2236589"/>
            <a:ext cx="4120872" cy="226814"/>
          </a:xfrm>
          <a:prstGeom prst="roundRect">
            <a:avLst>
              <a:gd name="adj" fmla="val 42003"/>
            </a:avLst>
          </a:prstGeom>
          <a:solidFill>
            <a:srgbClr val="110080"/>
          </a:solidFill>
          <a:ln w="7620">
            <a:solidFill>
              <a:srgbClr val="2A1999"/>
            </a:solidFill>
            <a:prstDash val="solid"/>
          </a:ln>
        </p:spPr>
        <p:txBody>
          <a:bodyPr/>
          <a:lstStyle/>
          <a:p>
            <a:endParaRPr/>
          </a:p>
        </p:txBody>
      </p:sp>
      <p:sp>
        <p:nvSpPr>
          <p:cNvPr id="10" name="Text 8"/>
          <p:cNvSpPr/>
          <p:nvPr>
            <p:custDataLst>
              <p:tags r:id="rId8"/>
            </p:custDataLst>
          </p:nvPr>
        </p:nvSpPr>
        <p:spPr>
          <a:xfrm>
            <a:off x="9715738" y="2803565"/>
            <a:ext cx="3596521" cy="354330"/>
          </a:xfrm>
          <a:prstGeom prst="rect">
            <a:avLst/>
          </a:prstGeom>
          <a:noFill/>
        </p:spPr>
        <p:txBody>
          <a:bodyPr wrap="none" lIns="0" tIns="0" rIns="0" bIns="0" rtlCol="0" anchor="t"/>
          <a:lstStyle/>
          <a:p>
            <a:pPr marL="0" indent="0" algn="l">
              <a:lnSpc>
                <a:spcPts val="2750"/>
              </a:lnSpc>
              <a:buNone/>
            </a:pPr>
            <a:r>
              <a:rPr lang="en-US" sz="2400" b="1" dirty="0">
                <a:solidFill>
                  <a:srgbClr val="000000"/>
                </a:solidFill>
                <a:latin typeface="Times New Roman" panose="02020603050405020304" pitchFamily="18" charset="0"/>
                <a:ea typeface="Inter Bold" pitchFamily="34" charset="-122"/>
                <a:cs typeface="Times New Roman" panose="02020603050405020304" pitchFamily="18" charset="0"/>
              </a:rPr>
              <a:t>Implement Authentication</a:t>
            </a:r>
            <a:endParaRPr lang="en-US" sz="2400" dirty="0">
              <a:latin typeface="Times New Roman" panose="02020603050405020304" pitchFamily="18" charset="0"/>
              <a:cs typeface="Times New Roman" panose="02020603050405020304" pitchFamily="18" charset="0"/>
            </a:endParaRPr>
          </a:p>
        </p:txBody>
      </p:sp>
      <p:sp>
        <p:nvSpPr>
          <p:cNvPr id="11" name="Text 9"/>
          <p:cNvSpPr/>
          <p:nvPr>
            <p:custDataLst>
              <p:tags r:id="rId9"/>
            </p:custDataLst>
          </p:nvPr>
        </p:nvSpPr>
        <p:spPr>
          <a:xfrm>
            <a:off x="9715738" y="3293983"/>
            <a:ext cx="4120872" cy="937775"/>
          </a:xfrm>
          <a:prstGeom prst="rect">
            <a:avLst/>
          </a:prstGeom>
          <a:noFill/>
        </p:spPr>
        <p:txBody>
          <a:bodyPr wrap="square" lIns="0" tIns="0" rIns="0" bIns="0" rtlCol="0" anchor="t"/>
          <a:lstStyle/>
          <a:p>
            <a:pPr>
              <a:lnSpc>
                <a:spcPts val="2850"/>
              </a:lnSpc>
            </a:pPr>
            <a:r>
              <a:rPr lang="en-US" sz="2000" dirty="0"/>
              <a:t>Implement authentication using </a:t>
            </a:r>
            <a:r>
              <a:rPr lang="en-US" sz="2000" b="1" dirty="0"/>
              <a:t>Clerk</a:t>
            </a:r>
            <a:r>
              <a:rPr lang="en-US" sz="2000" dirty="0"/>
              <a:t>, which handles user login, signup, session management, and protected routes securely. Clerk eliminates the need for manual JWT token generation and password hashing by providing built-in authentication and middleware.</a:t>
            </a:r>
            <a:endParaRPr lang="en-US" sz="2000" dirty="0">
              <a:latin typeface="Times New Roman" panose="02020603050405020304" pitchFamily="18" charset="0"/>
              <a:cs typeface="Times New Roman" panose="02020603050405020304" pitchFamily="18" charset="0"/>
            </a:endParaRPr>
          </a:p>
        </p:txBody>
      </p:sp>
      <p:sp>
        <p:nvSpPr>
          <p:cNvPr id="12" name="Text 10"/>
          <p:cNvSpPr/>
          <p:nvPr/>
        </p:nvSpPr>
        <p:spPr>
          <a:xfrm>
            <a:off x="793790" y="6429613"/>
            <a:ext cx="13042821" cy="725805"/>
          </a:xfrm>
          <a:prstGeom prst="rect">
            <a:avLst/>
          </a:prstGeom>
          <a:noFill/>
        </p:spPr>
        <p:txBody>
          <a:bodyPr wrap="square" lIns="0" tIns="0" rIns="0" bIns="0" rtlCol="0" anchor="t"/>
          <a:lstStyle/>
          <a:p>
            <a:pPr marL="0" indent="0" algn="l">
              <a:lnSpc>
                <a:spcPts val="2850"/>
              </a:lnSpc>
              <a:buNone/>
            </a:pPr>
            <a:r>
              <a:rPr lang="en-US" sz="2000" dirty="0">
                <a:solidFill>
                  <a:srgbClr val="000000"/>
                </a:solidFill>
                <a:latin typeface="Times New Roman" panose="02020603050405020304" pitchFamily="18" charset="0"/>
                <a:ea typeface="Inter" pitchFamily="34" charset="-122"/>
                <a:cs typeface="Times New Roman" panose="02020603050405020304" pitchFamily="18" charset="0"/>
              </a:rPr>
              <a:t>The backend will serve as the API for our React frontend, handling data processing, business logic, and database interactions. We'll organize our code using the MVC pattern for better maintainability.</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1031" y="189794"/>
            <a:ext cx="8547140" cy="637937"/>
          </a:xfrm>
          <a:prstGeom prst="rect">
            <a:avLst/>
          </a:prstGeom>
          <a:noFill/>
        </p:spPr>
        <p:txBody>
          <a:bodyPr wrap="none" lIns="0" tIns="0" rIns="0" bIns="0" rtlCol="0" anchor="t"/>
          <a:lstStyle/>
          <a:p>
            <a:pPr marL="0" indent="0" algn="l">
              <a:lnSpc>
                <a:spcPts val="5000"/>
              </a:lnSpc>
              <a:buNone/>
            </a:pPr>
            <a:r>
              <a:rPr lang="en-US" sz="4000" b="1" dirty="0">
                <a:solidFill>
                  <a:srgbClr val="000000"/>
                </a:solidFill>
                <a:latin typeface="Times New Roman" panose="02020603050405020304" pitchFamily="18" charset="0"/>
                <a:ea typeface="Inter Bold" pitchFamily="34" charset="-122"/>
                <a:cs typeface="Times New Roman" panose="02020603050405020304" pitchFamily="18" charset="0"/>
              </a:rPr>
              <a:t>Implementing User Authentication</a:t>
            </a:r>
            <a:endParaRPr lang="en-US" sz="4000" dirty="0">
              <a:latin typeface="Times New Roman" panose="02020603050405020304" pitchFamily="18" charset="0"/>
              <a:cs typeface="Times New Roman" panose="02020603050405020304" pitchFamily="18" charset="0"/>
            </a:endParaRPr>
          </a:p>
        </p:txBody>
      </p:sp>
      <p:sp>
        <p:nvSpPr>
          <p:cNvPr id="3" name="Text 1"/>
          <p:cNvSpPr/>
          <p:nvPr/>
        </p:nvSpPr>
        <p:spPr>
          <a:xfrm>
            <a:off x="2403158" y="2267188"/>
            <a:ext cx="2551748" cy="318849"/>
          </a:xfrm>
          <a:prstGeom prst="rect">
            <a:avLst/>
          </a:prstGeom>
          <a:noFill/>
        </p:spPr>
        <p:txBody>
          <a:bodyPr wrap="none" lIns="0" tIns="0" rIns="0" bIns="0" rtlCol="0" anchor="t"/>
          <a:lstStyle/>
          <a:p>
            <a:pPr marL="0" indent="0" algn="r">
              <a:lnSpc>
                <a:spcPts val="2500"/>
              </a:lnSpc>
              <a:buNone/>
            </a:pPr>
            <a:r>
              <a:rPr lang="en-US" sz="2000" b="1" dirty="0">
                <a:solidFill>
                  <a:srgbClr val="000000"/>
                </a:solidFill>
                <a:latin typeface="Times New Roman" panose="02020603050405020304" pitchFamily="18" charset="0"/>
                <a:ea typeface="Inter Bold" pitchFamily="34" charset="-122"/>
                <a:cs typeface="Times New Roman" panose="02020603050405020304" pitchFamily="18" charset="0"/>
              </a:rPr>
              <a:t>Registration</a:t>
            </a:r>
          </a:p>
        </p:txBody>
      </p:sp>
      <p:sp>
        <p:nvSpPr>
          <p:cNvPr id="4" name="Text 2"/>
          <p:cNvSpPr/>
          <p:nvPr/>
        </p:nvSpPr>
        <p:spPr>
          <a:xfrm>
            <a:off x="793790" y="2708434"/>
            <a:ext cx="4161115" cy="326708"/>
          </a:xfrm>
          <a:prstGeom prst="rect">
            <a:avLst/>
          </a:prstGeom>
          <a:noFill/>
        </p:spPr>
        <p:txBody>
          <a:bodyPr wrap="none" lIns="0" tIns="0" rIns="0" bIns="0" rtlCol="0" anchor="t"/>
          <a:lstStyle/>
          <a:p>
            <a:pPr marL="0" indent="0" algn="r">
              <a:lnSpc>
                <a:spcPts val="2550"/>
              </a:lnSpc>
              <a:buNone/>
            </a:pPr>
            <a:r>
              <a:rPr lang="en-US" sz="2000" dirty="0">
                <a:solidFill>
                  <a:srgbClr val="000000"/>
                </a:solidFill>
                <a:latin typeface="Times New Roman" panose="02020603050405020304" pitchFamily="18" charset="0"/>
                <a:ea typeface="Inter" pitchFamily="34" charset="-122"/>
                <a:cs typeface="Times New Roman" panose="02020603050405020304" pitchFamily="18" charset="0"/>
              </a:rPr>
              <a:t>Create new user account with validation</a:t>
            </a:r>
            <a:endParaRPr lang="en-US" sz="2000" dirty="0">
              <a:latin typeface="Times New Roman" panose="02020603050405020304" pitchFamily="18" charset="0"/>
              <a:cs typeface="Times New Roman" panose="02020603050405020304" pitchFamily="18" charset="0"/>
            </a:endParaRPr>
          </a:p>
        </p:txBody>
      </p:sp>
      <p:pic>
        <p:nvPicPr>
          <p:cNvPr id="5" name="Image 0" descr="preencoded.png"/>
          <p:cNvPicPr>
            <a:picLocks noChangeAspect="1"/>
          </p:cNvPicPr>
          <p:nvPr/>
        </p:nvPicPr>
        <p:blipFill>
          <a:blip r:embed="rId3"/>
          <a:stretch>
            <a:fillRect/>
          </a:stretch>
        </p:blipFill>
        <p:spPr>
          <a:xfrm>
            <a:off x="5261015" y="1700689"/>
            <a:ext cx="4108371" cy="4108371"/>
          </a:xfrm>
          <a:prstGeom prst="rect">
            <a:avLst/>
          </a:prstGeom>
        </p:spPr>
      </p:pic>
      <p:pic>
        <p:nvPicPr>
          <p:cNvPr id="6" name="Image 1" descr="preencoded.png"/>
          <p:cNvPicPr>
            <a:picLocks noChangeAspect="1"/>
          </p:cNvPicPr>
          <p:nvPr/>
        </p:nvPicPr>
        <p:blipFill>
          <a:blip r:embed="rId4"/>
          <a:stretch>
            <a:fillRect/>
          </a:stretch>
        </p:blipFill>
        <p:spPr>
          <a:xfrm>
            <a:off x="6335554" y="2387560"/>
            <a:ext cx="305395" cy="381714"/>
          </a:xfrm>
          <a:prstGeom prst="rect">
            <a:avLst/>
          </a:prstGeom>
        </p:spPr>
      </p:pic>
      <p:sp>
        <p:nvSpPr>
          <p:cNvPr id="7" name="Text 3"/>
          <p:cNvSpPr/>
          <p:nvPr/>
        </p:nvSpPr>
        <p:spPr>
          <a:xfrm>
            <a:off x="9675495" y="2267188"/>
            <a:ext cx="2551748" cy="318849"/>
          </a:xfrm>
          <a:prstGeom prst="rect">
            <a:avLst/>
          </a:prstGeom>
          <a:noFill/>
        </p:spPr>
        <p:txBody>
          <a:bodyPr wrap="none" lIns="0" tIns="0" rIns="0" bIns="0" rtlCol="0" anchor="t"/>
          <a:lstStyle/>
          <a:p>
            <a:pPr marL="0" indent="0" algn="l">
              <a:lnSpc>
                <a:spcPts val="2500"/>
              </a:lnSpc>
              <a:buNone/>
            </a:pPr>
            <a:r>
              <a:rPr lang="en-US" sz="2400" b="1" dirty="0">
                <a:solidFill>
                  <a:srgbClr val="000000"/>
                </a:solidFill>
                <a:latin typeface="Times New Roman" panose="02020603050405020304" pitchFamily="18" charset="0"/>
                <a:ea typeface="Inter Bold" pitchFamily="34" charset="-122"/>
                <a:cs typeface="Times New Roman" panose="02020603050405020304" pitchFamily="18" charset="0"/>
              </a:rPr>
              <a:t>Login</a:t>
            </a:r>
          </a:p>
        </p:txBody>
      </p:sp>
      <p:sp>
        <p:nvSpPr>
          <p:cNvPr id="8" name="Text 4"/>
          <p:cNvSpPr/>
          <p:nvPr/>
        </p:nvSpPr>
        <p:spPr>
          <a:xfrm>
            <a:off x="9675495" y="2708434"/>
            <a:ext cx="4161115" cy="326708"/>
          </a:xfrm>
          <a:prstGeom prst="rect">
            <a:avLst/>
          </a:prstGeom>
          <a:noFill/>
        </p:spPr>
        <p:txBody>
          <a:bodyPr wrap="none" lIns="0" tIns="0" rIns="0" bIns="0" rtlCol="0" anchor="t"/>
          <a:lstStyle/>
          <a:p>
            <a:pPr marL="0" indent="0" algn="l">
              <a:lnSpc>
                <a:spcPts val="2550"/>
              </a:lnSpc>
              <a:buNone/>
            </a:pPr>
            <a:r>
              <a:rPr lang="en-US" sz="2000" dirty="0">
                <a:solidFill>
                  <a:srgbClr val="000000"/>
                </a:solidFill>
                <a:latin typeface="Times New Roman" panose="02020603050405020304" pitchFamily="18" charset="0"/>
                <a:ea typeface="Inter" pitchFamily="34" charset="-122"/>
                <a:cs typeface="Times New Roman" panose="02020603050405020304" pitchFamily="18" charset="0"/>
              </a:rPr>
              <a:t>Authenticate and clerk token</a:t>
            </a:r>
            <a:endParaRPr lang="en-US" sz="2000" dirty="0">
              <a:latin typeface="Times New Roman" panose="02020603050405020304" pitchFamily="18" charset="0"/>
              <a:cs typeface="Times New Roman" panose="02020603050405020304" pitchFamily="18" charset="0"/>
            </a:endParaRPr>
          </a:p>
        </p:txBody>
      </p:sp>
      <p:pic>
        <p:nvPicPr>
          <p:cNvPr id="9" name="Image 2" descr="preencoded.png"/>
          <p:cNvPicPr>
            <a:picLocks noChangeAspect="1"/>
          </p:cNvPicPr>
          <p:nvPr/>
        </p:nvPicPr>
        <p:blipFill>
          <a:blip r:embed="rId5"/>
          <a:stretch>
            <a:fillRect/>
          </a:stretch>
        </p:blipFill>
        <p:spPr>
          <a:xfrm>
            <a:off x="5261015" y="1700689"/>
            <a:ext cx="4108371" cy="4108371"/>
          </a:xfrm>
          <a:prstGeom prst="rect">
            <a:avLst/>
          </a:prstGeom>
        </p:spPr>
      </p:pic>
      <p:pic>
        <p:nvPicPr>
          <p:cNvPr id="10" name="Image 3" descr="preencoded.png"/>
          <p:cNvPicPr>
            <a:picLocks noChangeAspect="1"/>
          </p:cNvPicPr>
          <p:nvPr/>
        </p:nvPicPr>
        <p:blipFill>
          <a:blip r:embed="rId6"/>
          <a:stretch>
            <a:fillRect/>
          </a:stretch>
        </p:blipFill>
        <p:spPr>
          <a:xfrm>
            <a:off x="8338780" y="2737128"/>
            <a:ext cx="305395" cy="381714"/>
          </a:xfrm>
          <a:prstGeom prst="rect">
            <a:avLst/>
          </a:prstGeom>
        </p:spPr>
      </p:pic>
      <p:sp>
        <p:nvSpPr>
          <p:cNvPr id="11" name="Text 5"/>
          <p:cNvSpPr/>
          <p:nvPr/>
        </p:nvSpPr>
        <p:spPr>
          <a:xfrm>
            <a:off x="9675495" y="4474488"/>
            <a:ext cx="2551748" cy="318849"/>
          </a:xfrm>
          <a:prstGeom prst="rect">
            <a:avLst/>
          </a:prstGeom>
          <a:noFill/>
        </p:spPr>
        <p:txBody>
          <a:bodyPr wrap="none" lIns="0" tIns="0" rIns="0" bIns="0" rtlCol="0" anchor="t"/>
          <a:lstStyle/>
          <a:p>
            <a:pPr marL="0" indent="0" algn="l">
              <a:lnSpc>
                <a:spcPts val="2500"/>
              </a:lnSpc>
              <a:buNone/>
            </a:pPr>
            <a:r>
              <a:rPr lang="en-US" sz="2400" b="1" dirty="0">
                <a:solidFill>
                  <a:srgbClr val="000000"/>
                </a:solidFill>
                <a:latin typeface="Times New Roman" panose="02020603050405020304" pitchFamily="18" charset="0"/>
                <a:ea typeface="Inter Bold" pitchFamily="34" charset="-122"/>
                <a:cs typeface="Times New Roman" panose="02020603050405020304" pitchFamily="18" charset="0"/>
              </a:rPr>
              <a:t>Authorization</a:t>
            </a:r>
            <a:endParaRPr lang="en-US" sz="2400" dirty="0">
              <a:latin typeface="Times New Roman" panose="02020603050405020304" pitchFamily="18" charset="0"/>
              <a:cs typeface="Times New Roman" panose="02020603050405020304" pitchFamily="18" charset="0"/>
            </a:endParaRPr>
          </a:p>
        </p:txBody>
      </p:sp>
      <p:sp>
        <p:nvSpPr>
          <p:cNvPr id="12" name="Text 6"/>
          <p:cNvSpPr/>
          <p:nvPr/>
        </p:nvSpPr>
        <p:spPr>
          <a:xfrm>
            <a:off x="9675495" y="4915733"/>
            <a:ext cx="4161115" cy="326708"/>
          </a:xfrm>
          <a:prstGeom prst="rect">
            <a:avLst/>
          </a:prstGeom>
          <a:noFill/>
        </p:spPr>
        <p:txBody>
          <a:bodyPr wrap="none" lIns="0" tIns="0" rIns="0" bIns="0" rtlCol="0" anchor="t"/>
          <a:lstStyle/>
          <a:p>
            <a:pPr marL="0" indent="0" algn="l">
              <a:lnSpc>
                <a:spcPts val="2550"/>
              </a:lnSpc>
              <a:buNone/>
            </a:pPr>
            <a:r>
              <a:rPr lang="en-US" sz="2000" dirty="0">
                <a:solidFill>
                  <a:srgbClr val="000000"/>
                </a:solidFill>
                <a:latin typeface="Times New Roman" panose="02020603050405020304" pitchFamily="18" charset="0"/>
                <a:ea typeface="Inter" pitchFamily="34" charset="-122"/>
                <a:cs typeface="Times New Roman" panose="02020603050405020304" pitchFamily="18" charset="0"/>
              </a:rPr>
              <a:t>Protect routes with clerk</a:t>
            </a:r>
          </a:p>
          <a:p>
            <a:pPr marL="0" indent="0" algn="l">
              <a:lnSpc>
                <a:spcPts val="2550"/>
              </a:lnSpc>
              <a:buNone/>
            </a:pPr>
            <a:endParaRPr lang="en-US" sz="2000" dirty="0">
              <a:latin typeface="Times New Roman" panose="02020603050405020304" pitchFamily="18" charset="0"/>
              <a:cs typeface="Times New Roman" panose="02020603050405020304" pitchFamily="18" charset="0"/>
            </a:endParaRPr>
          </a:p>
        </p:txBody>
      </p:sp>
      <p:pic>
        <p:nvPicPr>
          <p:cNvPr id="13" name="Image 4" descr="preencoded.png"/>
          <p:cNvPicPr>
            <a:picLocks noChangeAspect="1"/>
          </p:cNvPicPr>
          <p:nvPr/>
        </p:nvPicPr>
        <p:blipFill>
          <a:blip r:embed="rId7"/>
          <a:stretch>
            <a:fillRect/>
          </a:stretch>
        </p:blipFill>
        <p:spPr>
          <a:xfrm>
            <a:off x="5261015" y="1700689"/>
            <a:ext cx="4108371" cy="4108371"/>
          </a:xfrm>
          <a:prstGeom prst="rect">
            <a:avLst/>
          </a:prstGeom>
        </p:spPr>
      </p:pic>
      <p:pic>
        <p:nvPicPr>
          <p:cNvPr id="14" name="Image 5" descr="preencoded.png"/>
          <p:cNvPicPr>
            <a:picLocks noChangeAspect="1"/>
          </p:cNvPicPr>
          <p:nvPr/>
        </p:nvPicPr>
        <p:blipFill>
          <a:blip r:embed="rId8"/>
          <a:stretch>
            <a:fillRect/>
          </a:stretch>
        </p:blipFill>
        <p:spPr>
          <a:xfrm>
            <a:off x="7989213" y="4740354"/>
            <a:ext cx="305395" cy="381714"/>
          </a:xfrm>
          <a:prstGeom prst="rect">
            <a:avLst/>
          </a:prstGeom>
        </p:spPr>
      </p:pic>
      <p:sp>
        <p:nvSpPr>
          <p:cNvPr id="15" name="Text 7"/>
          <p:cNvSpPr/>
          <p:nvPr/>
        </p:nvSpPr>
        <p:spPr>
          <a:xfrm>
            <a:off x="2403158" y="4474488"/>
            <a:ext cx="2551748" cy="318849"/>
          </a:xfrm>
          <a:prstGeom prst="rect">
            <a:avLst/>
          </a:prstGeom>
          <a:noFill/>
        </p:spPr>
        <p:txBody>
          <a:bodyPr wrap="none" lIns="0" tIns="0" rIns="0" bIns="0" rtlCol="0" anchor="t"/>
          <a:lstStyle/>
          <a:p>
            <a:pPr marL="0" indent="0" algn="r">
              <a:lnSpc>
                <a:spcPts val="2500"/>
              </a:lnSpc>
              <a:buNone/>
            </a:pPr>
            <a:r>
              <a:rPr lang="en-US" sz="2400" b="1" dirty="0">
                <a:solidFill>
                  <a:srgbClr val="000000"/>
                </a:solidFill>
                <a:latin typeface="Times New Roman" panose="02020603050405020304" pitchFamily="18" charset="0"/>
                <a:ea typeface="Inter Bold" pitchFamily="34" charset="-122"/>
                <a:cs typeface="Times New Roman" panose="02020603050405020304" pitchFamily="18" charset="0"/>
              </a:rPr>
              <a:t>Logout</a:t>
            </a:r>
          </a:p>
        </p:txBody>
      </p:sp>
      <p:sp>
        <p:nvSpPr>
          <p:cNvPr id="16" name="Text 8"/>
          <p:cNvSpPr/>
          <p:nvPr/>
        </p:nvSpPr>
        <p:spPr>
          <a:xfrm>
            <a:off x="793790" y="4915733"/>
            <a:ext cx="4161115" cy="326708"/>
          </a:xfrm>
          <a:prstGeom prst="rect">
            <a:avLst/>
          </a:prstGeom>
          <a:noFill/>
        </p:spPr>
        <p:txBody>
          <a:bodyPr wrap="none" lIns="0" tIns="0" rIns="0" bIns="0" rtlCol="0" anchor="t"/>
          <a:lstStyle/>
          <a:p>
            <a:pPr marL="0" indent="0" algn="r">
              <a:lnSpc>
                <a:spcPts val="2550"/>
              </a:lnSpc>
              <a:buNone/>
            </a:pPr>
            <a:r>
              <a:rPr lang="en-US" sz="2000" dirty="0">
                <a:solidFill>
                  <a:srgbClr val="000000"/>
                </a:solidFill>
                <a:latin typeface="Times New Roman" panose="02020603050405020304" pitchFamily="18" charset="0"/>
                <a:ea typeface="Inter" pitchFamily="34" charset="-122"/>
                <a:cs typeface="Times New Roman" panose="02020603050405020304" pitchFamily="18" charset="0"/>
              </a:rPr>
              <a:t>Clear token and user state</a:t>
            </a:r>
            <a:endParaRPr lang="en-US" sz="2000" dirty="0">
              <a:latin typeface="Times New Roman" panose="02020603050405020304" pitchFamily="18" charset="0"/>
              <a:cs typeface="Times New Roman" panose="02020603050405020304" pitchFamily="18" charset="0"/>
            </a:endParaRPr>
          </a:p>
        </p:txBody>
      </p:sp>
      <p:pic>
        <p:nvPicPr>
          <p:cNvPr id="17" name="Image 6" descr="preencoded.png"/>
          <p:cNvPicPr>
            <a:picLocks noChangeAspect="1"/>
          </p:cNvPicPr>
          <p:nvPr/>
        </p:nvPicPr>
        <p:blipFill>
          <a:blip r:embed="rId9"/>
          <a:stretch>
            <a:fillRect/>
          </a:stretch>
        </p:blipFill>
        <p:spPr>
          <a:xfrm>
            <a:off x="5261015" y="1700689"/>
            <a:ext cx="4108371" cy="4108371"/>
          </a:xfrm>
          <a:prstGeom prst="rect">
            <a:avLst/>
          </a:prstGeom>
        </p:spPr>
      </p:pic>
      <p:pic>
        <p:nvPicPr>
          <p:cNvPr id="18" name="Image 7" descr="preencoded.png"/>
          <p:cNvPicPr>
            <a:picLocks noChangeAspect="1"/>
          </p:cNvPicPr>
          <p:nvPr/>
        </p:nvPicPr>
        <p:blipFill>
          <a:blip r:embed="rId10"/>
          <a:stretch>
            <a:fillRect/>
          </a:stretch>
        </p:blipFill>
        <p:spPr>
          <a:xfrm>
            <a:off x="5985986" y="4390787"/>
            <a:ext cx="305395" cy="381714"/>
          </a:xfrm>
          <a:prstGeom prst="rect">
            <a:avLst/>
          </a:prstGeom>
        </p:spPr>
      </p:pic>
      <p:sp>
        <p:nvSpPr>
          <p:cNvPr id="19" name="Text 9"/>
          <p:cNvSpPr/>
          <p:nvPr/>
        </p:nvSpPr>
        <p:spPr>
          <a:xfrm>
            <a:off x="793790" y="6038612"/>
            <a:ext cx="13042821" cy="653415"/>
          </a:xfrm>
          <a:prstGeom prst="rect">
            <a:avLst/>
          </a:prstGeom>
          <a:noFill/>
        </p:spPr>
        <p:txBody>
          <a:bodyPr wrap="square" lIns="0" tIns="0" rIns="0" bIns="0" rtlCol="0" anchor="t"/>
          <a:lstStyle/>
          <a:p>
            <a:r>
              <a:rPr lang="en-US" sz="2000" dirty="0"/>
              <a:t>Authentication is implemented using </a:t>
            </a:r>
            <a:r>
              <a:rPr lang="en-US" sz="2000" b="1" dirty="0"/>
              <a:t>Clerk</a:t>
            </a:r>
            <a:r>
              <a:rPr lang="en-US" sz="2000" dirty="0"/>
              <a:t>, which handles user login, signup, session management, and route protection securely without manual JWT or password handling.</a:t>
            </a:r>
          </a:p>
          <a:p>
            <a:pPr marL="0" indent="0" algn="just">
              <a:lnSpc>
                <a:spcPts val="2550"/>
              </a:lnSpc>
              <a:buNone/>
            </a:pPr>
            <a:endParaRPr lang="en-US" sz="2000" dirty="0">
              <a:latin typeface="Times New Roman" panose="02020603050405020304" pitchFamily="18" charset="0"/>
              <a:cs typeface="Times New Roman" panose="02020603050405020304" pitchFamily="18" charset="0"/>
            </a:endParaRPr>
          </a:p>
        </p:txBody>
      </p:sp>
      <p:sp>
        <p:nvSpPr>
          <p:cNvPr id="20" name="Text 10"/>
          <p:cNvSpPr/>
          <p:nvPr/>
        </p:nvSpPr>
        <p:spPr>
          <a:xfrm>
            <a:off x="793790" y="7018734"/>
            <a:ext cx="13042821" cy="653415"/>
          </a:xfrm>
          <a:prstGeom prst="rect">
            <a:avLst/>
          </a:prstGeom>
          <a:noFill/>
        </p:spPr>
        <p:txBody>
          <a:bodyPr wrap="square" lIns="0" tIns="0" rIns="0" bIns="0" rtlCol="0" anchor="t"/>
          <a:lstStyle/>
          <a:p>
            <a:pPr marL="0" indent="0" algn="just">
              <a:lnSpc>
                <a:spcPts val="2550"/>
              </a:lnSpc>
              <a:buNone/>
            </a:pPr>
            <a:r>
              <a:rPr lang="en-US" sz="2000" dirty="0"/>
              <a:t>Frontend authentication is implemented using </a:t>
            </a:r>
            <a:r>
              <a:rPr lang="en-US" sz="2000" b="1" dirty="0"/>
              <a:t>Clerk UI components</a:t>
            </a:r>
            <a:r>
              <a:rPr lang="en-US" sz="2000" dirty="0"/>
              <a:t>, which handle login, signup, session management, and authentication state without manual JWT handling.</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88990" y="178058"/>
            <a:ext cx="8743831" cy="708779"/>
          </a:xfrm>
          <a:prstGeom prst="rect">
            <a:avLst/>
          </a:prstGeom>
          <a:noFill/>
        </p:spPr>
        <p:txBody>
          <a:bodyPr wrap="none" lIns="0" tIns="0" rIns="0" bIns="0" rtlCol="0" anchor="t"/>
          <a:lstStyle/>
          <a:p>
            <a:pPr marL="0" indent="0" algn="l">
              <a:lnSpc>
                <a:spcPts val="5550"/>
              </a:lnSpc>
              <a:buNone/>
            </a:pPr>
            <a:r>
              <a:rPr lang="en-US" sz="4450" b="1" dirty="0">
                <a:solidFill>
                  <a:srgbClr val="000000"/>
                </a:solidFill>
                <a:latin typeface="Times New Roman" panose="02020603050405020304" pitchFamily="18" charset="0"/>
                <a:ea typeface="Inter Bold" pitchFamily="34" charset="-122"/>
                <a:cs typeface="Times New Roman" panose="02020603050405020304" pitchFamily="18" charset="0"/>
              </a:rPr>
              <a:t>Building </a:t>
            </a:r>
            <a:r>
              <a:rPr lang="en-US" sz="4450" b="1" dirty="0">
                <a:latin typeface="Times New Roman" panose="02020603050405020304" pitchFamily="18" charset="0"/>
                <a:ea typeface="Inter Bold" pitchFamily="34" charset="-122"/>
                <a:cs typeface="Times New Roman" panose="02020603050405020304" pitchFamily="18" charset="0"/>
              </a:rPr>
              <a:t>Code</a:t>
            </a:r>
            <a:r>
              <a:rPr lang="en-US" sz="4450" b="1" dirty="0">
                <a:solidFill>
                  <a:srgbClr val="000000"/>
                </a:solidFill>
                <a:latin typeface="Times New Roman" panose="02020603050405020304" pitchFamily="18" charset="0"/>
                <a:ea typeface="Inter Bold" pitchFamily="34" charset="-122"/>
                <a:cs typeface="Times New Roman" panose="02020603050405020304" pitchFamily="18" charset="0"/>
              </a:rPr>
              <a:t> Functionality</a:t>
            </a:r>
            <a:endParaRPr lang="en-US" sz="4450" dirty="0">
              <a:latin typeface="Times New Roman" panose="02020603050405020304" pitchFamily="18" charset="0"/>
              <a:cs typeface="Times New Roman" panose="02020603050405020304" pitchFamily="18" charset="0"/>
            </a:endParaRPr>
          </a:p>
        </p:txBody>
      </p:sp>
      <p:sp>
        <p:nvSpPr>
          <p:cNvPr id="3" name="Shape 1"/>
          <p:cNvSpPr/>
          <p:nvPr>
            <p:custDataLst>
              <p:tags r:id="rId1"/>
            </p:custDataLst>
          </p:nvPr>
        </p:nvSpPr>
        <p:spPr>
          <a:xfrm>
            <a:off x="793790" y="2140267"/>
            <a:ext cx="510302" cy="510302"/>
          </a:xfrm>
          <a:prstGeom prst="roundRect">
            <a:avLst>
              <a:gd name="adj" fmla="val 18669"/>
            </a:avLst>
          </a:prstGeom>
          <a:solidFill>
            <a:srgbClr val="110080"/>
          </a:solidFill>
          <a:ln w="7620">
            <a:solidFill>
              <a:srgbClr val="2A1999"/>
            </a:solidFill>
            <a:prstDash val="solid"/>
          </a:ln>
        </p:spPr>
        <p:txBody>
          <a:bodyPr/>
          <a:lstStyle/>
          <a:p>
            <a:endParaRPr/>
          </a:p>
        </p:txBody>
      </p:sp>
      <p:pic>
        <p:nvPicPr>
          <p:cNvPr id="4" name="Image 0" descr="preencoded.png"/>
          <p:cNvPicPr>
            <a:picLocks noChangeAspect="1"/>
          </p:cNvPicPr>
          <p:nvPr>
            <p:custDataLst>
              <p:tags r:id="rId2"/>
            </p:custDataLst>
          </p:nvPr>
        </p:nvPicPr>
        <p:blipFill>
          <a:blip r:embed="rId19"/>
          <a:stretch>
            <a:fillRect/>
          </a:stretch>
        </p:blipFill>
        <p:spPr>
          <a:xfrm>
            <a:off x="878860" y="2182773"/>
            <a:ext cx="340162" cy="425291"/>
          </a:xfrm>
          <a:prstGeom prst="rect">
            <a:avLst/>
          </a:prstGeom>
        </p:spPr>
      </p:pic>
      <p:sp>
        <p:nvSpPr>
          <p:cNvPr id="5" name="Text 2"/>
          <p:cNvSpPr/>
          <p:nvPr>
            <p:custDataLst>
              <p:tags r:id="rId3"/>
            </p:custDataLst>
          </p:nvPr>
        </p:nvSpPr>
        <p:spPr>
          <a:xfrm>
            <a:off x="1530906" y="2182574"/>
            <a:ext cx="2835235" cy="354330"/>
          </a:xfrm>
          <a:prstGeom prst="rect">
            <a:avLst/>
          </a:prstGeom>
          <a:noFill/>
        </p:spPr>
        <p:txBody>
          <a:bodyPr wrap="none" lIns="0" tIns="0" rIns="0" bIns="0" rtlCol="0" anchor="t"/>
          <a:lstStyle/>
          <a:p>
            <a:pPr>
              <a:lnSpc>
                <a:spcPts val="2750"/>
              </a:lnSpc>
            </a:pPr>
            <a:r>
              <a:rPr lang="en-IN" sz="2400" dirty="0"/>
              <a:t>Interview Room</a:t>
            </a:r>
            <a:endParaRPr lang="en-US" sz="2400" dirty="0">
              <a:latin typeface="Times New Roman" panose="02020603050405020304" pitchFamily="18" charset="0"/>
              <a:cs typeface="Times New Roman" panose="02020603050405020304" pitchFamily="18" charset="0"/>
            </a:endParaRPr>
          </a:p>
        </p:txBody>
      </p:sp>
      <p:sp>
        <p:nvSpPr>
          <p:cNvPr id="6" name="Text 3"/>
          <p:cNvSpPr/>
          <p:nvPr>
            <p:custDataLst>
              <p:tags r:id="rId4"/>
            </p:custDataLst>
          </p:nvPr>
        </p:nvSpPr>
        <p:spPr>
          <a:xfrm>
            <a:off x="1530906" y="2708553"/>
            <a:ext cx="5642610" cy="1088708"/>
          </a:xfrm>
          <a:prstGeom prst="rect">
            <a:avLst/>
          </a:prstGeom>
          <a:noFill/>
        </p:spPr>
        <p:txBody>
          <a:bodyPr wrap="square" lIns="0" tIns="0" rIns="0" bIns="0" rtlCol="0" anchor="t"/>
          <a:lstStyle/>
          <a:p>
            <a:pPr algn="just">
              <a:lnSpc>
                <a:spcPts val="2850"/>
              </a:lnSpc>
            </a:pPr>
            <a:r>
              <a:rPr lang="en-US" sz="2000" dirty="0"/>
              <a:t>Create and join real-time interview rooms where multiple users can collaborate. Each room supports video communication, chat, and coding in a shared environment.</a:t>
            </a:r>
          </a:p>
          <a:p>
            <a:pPr marL="0" indent="0" algn="just">
              <a:lnSpc>
                <a:spcPts val="2850"/>
              </a:lnSpc>
              <a:buNone/>
            </a:pPr>
            <a:r>
              <a:rPr lang="en-US" sz="2000" dirty="0">
                <a:solidFill>
                  <a:srgbClr val="000000"/>
                </a:solidFill>
                <a:latin typeface="Times New Roman" panose="02020603050405020304" pitchFamily="18" charset="0"/>
                <a:ea typeface="Inter" pitchFamily="34" charset="-122"/>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7" name="Shape 4"/>
          <p:cNvSpPr/>
          <p:nvPr>
            <p:custDataLst>
              <p:tags r:id="rId5"/>
            </p:custDataLst>
          </p:nvPr>
        </p:nvSpPr>
        <p:spPr>
          <a:xfrm>
            <a:off x="7457003" y="2140267"/>
            <a:ext cx="510302" cy="510302"/>
          </a:xfrm>
          <a:prstGeom prst="roundRect">
            <a:avLst>
              <a:gd name="adj" fmla="val 18669"/>
            </a:avLst>
          </a:prstGeom>
          <a:solidFill>
            <a:srgbClr val="110080"/>
          </a:solidFill>
          <a:ln w="7620">
            <a:solidFill>
              <a:srgbClr val="2A1999"/>
            </a:solidFill>
            <a:prstDash val="solid"/>
          </a:ln>
        </p:spPr>
        <p:txBody>
          <a:bodyPr/>
          <a:lstStyle/>
          <a:p>
            <a:endParaRPr/>
          </a:p>
        </p:txBody>
      </p:sp>
      <p:pic>
        <p:nvPicPr>
          <p:cNvPr id="8" name="Image 1" descr="preencoded.png"/>
          <p:cNvPicPr>
            <a:picLocks noChangeAspect="1"/>
          </p:cNvPicPr>
          <p:nvPr>
            <p:custDataLst>
              <p:tags r:id="rId6"/>
            </p:custDataLst>
          </p:nvPr>
        </p:nvPicPr>
        <p:blipFill>
          <a:blip r:embed="rId20"/>
          <a:stretch>
            <a:fillRect/>
          </a:stretch>
        </p:blipFill>
        <p:spPr>
          <a:xfrm>
            <a:off x="7542074" y="2182773"/>
            <a:ext cx="340162" cy="425291"/>
          </a:xfrm>
          <a:prstGeom prst="rect">
            <a:avLst/>
          </a:prstGeom>
        </p:spPr>
      </p:pic>
      <p:sp>
        <p:nvSpPr>
          <p:cNvPr id="9" name="Text 5"/>
          <p:cNvSpPr/>
          <p:nvPr>
            <p:custDataLst>
              <p:tags r:id="rId7"/>
            </p:custDataLst>
          </p:nvPr>
        </p:nvSpPr>
        <p:spPr>
          <a:xfrm>
            <a:off x="8194119" y="2218134"/>
            <a:ext cx="2835235" cy="354330"/>
          </a:xfrm>
          <a:prstGeom prst="rect">
            <a:avLst/>
          </a:prstGeom>
          <a:noFill/>
        </p:spPr>
        <p:txBody>
          <a:bodyPr wrap="none" lIns="0" tIns="0" rIns="0" bIns="0" rtlCol="0" anchor="t"/>
          <a:lstStyle/>
          <a:p>
            <a:pPr>
              <a:lnSpc>
                <a:spcPts val="2750"/>
              </a:lnSpc>
            </a:pPr>
            <a:r>
              <a:rPr lang="en-IN" sz="2400" dirty="0"/>
              <a:t>Live Chat</a:t>
            </a:r>
            <a:endParaRPr lang="en-US" sz="2400" b="1" dirty="0">
              <a:solidFill>
                <a:srgbClr val="000000"/>
              </a:solidFill>
              <a:latin typeface="Times New Roman" panose="02020603050405020304" pitchFamily="18" charset="0"/>
              <a:ea typeface="Inter Bold" pitchFamily="34" charset="-122"/>
              <a:cs typeface="Times New Roman" panose="02020603050405020304" pitchFamily="18" charset="0"/>
            </a:endParaRPr>
          </a:p>
        </p:txBody>
      </p:sp>
      <p:sp>
        <p:nvSpPr>
          <p:cNvPr id="10" name="Text 6"/>
          <p:cNvSpPr/>
          <p:nvPr>
            <p:custDataLst>
              <p:tags r:id="rId8"/>
            </p:custDataLst>
          </p:nvPr>
        </p:nvSpPr>
        <p:spPr>
          <a:xfrm>
            <a:off x="8194119" y="2708553"/>
            <a:ext cx="5642610" cy="1088708"/>
          </a:xfrm>
          <a:prstGeom prst="rect">
            <a:avLst/>
          </a:prstGeom>
          <a:noFill/>
        </p:spPr>
        <p:txBody>
          <a:bodyPr wrap="square" lIns="0" tIns="0" rIns="0" bIns="0" rtlCol="0" anchor="t"/>
          <a:lstStyle/>
          <a:p>
            <a:pPr marL="0" indent="0" algn="just">
              <a:lnSpc>
                <a:spcPts val="2850"/>
              </a:lnSpc>
              <a:buNone/>
            </a:pPr>
            <a:r>
              <a:rPr lang="en-US" sz="2000" dirty="0"/>
              <a:t>Implement a real-time messaging system using Stream Chat, allowing participants to communicate instantly alongside video and coding.</a:t>
            </a:r>
            <a:endParaRPr lang="en-US" sz="2000" dirty="0">
              <a:latin typeface="Times New Roman" panose="02020603050405020304" pitchFamily="18" charset="0"/>
              <a:cs typeface="Times New Roman" panose="02020603050405020304" pitchFamily="18" charset="0"/>
            </a:endParaRPr>
          </a:p>
        </p:txBody>
      </p:sp>
      <p:sp>
        <p:nvSpPr>
          <p:cNvPr id="11" name="Shape 7"/>
          <p:cNvSpPr/>
          <p:nvPr>
            <p:custDataLst>
              <p:tags r:id="rId9"/>
            </p:custDataLst>
          </p:nvPr>
        </p:nvSpPr>
        <p:spPr>
          <a:xfrm>
            <a:off x="793790" y="4250888"/>
            <a:ext cx="510302" cy="510302"/>
          </a:xfrm>
          <a:prstGeom prst="roundRect">
            <a:avLst>
              <a:gd name="adj" fmla="val 18669"/>
            </a:avLst>
          </a:prstGeom>
          <a:solidFill>
            <a:srgbClr val="110080"/>
          </a:solidFill>
          <a:ln w="7620">
            <a:solidFill>
              <a:srgbClr val="2A1999"/>
            </a:solidFill>
            <a:prstDash val="solid"/>
          </a:ln>
        </p:spPr>
        <p:txBody>
          <a:bodyPr/>
          <a:lstStyle/>
          <a:p>
            <a:endParaRPr/>
          </a:p>
        </p:txBody>
      </p:sp>
      <p:pic>
        <p:nvPicPr>
          <p:cNvPr id="12" name="Image 2" descr="preencoded.png"/>
          <p:cNvPicPr>
            <a:picLocks noChangeAspect="1"/>
          </p:cNvPicPr>
          <p:nvPr>
            <p:custDataLst>
              <p:tags r:id="rId10"/>
            </p:custDataLst>
          </p:nvPr>
        </p:nvPicPr>
        <p:blipFill>
          <a:blip r:embed="rId21"/>
          <a:stretch>
            <a:fillRect/>
          </a:stretch>
        </p:blipFill>
        <p:spPr>
          <a:xfrm>
            <a:off x="878860" y="4293394"/>
            <a:ext cx="340162" cy="425291"/>
          </a:xfrm>
          <a:prstGeom prst="rect">
            <a:avLst/>
          </a:prstGeom>
        </p:spPr>
      </p:pic>
      <p:sp>
        <p:nvSpPr>
          <p:cNvPr id="13" name="Text 8"/>
          <p:cNvSpPr/>
          <p:nvPr>
            <p:custDataLst>
              <p:tags r:id="rId11"/>
            </p:custDataLst>
          </p:nvPr>
        </p:nvSpPr>
        <p:spPr>
          <a:xfrm>
            <a:off x="1530906" y="4328755"/>
            <a:ext cx="2835235" cy="354330"/>
          </a:xfrm>
          <a:prstGeom prst="rect">
            <a:avLst/>
          </a:prstGeom>
          <a:noFill/>
        </p:spPr>
        <p:txBody>
          <a:bodyPr wrap="none" lIns="0" tIns="0" rIns="0" bIns="0" rtlCol="0" anchor="t"/>
          <a:lstStyle/>
          <a:p>
            <a:pPr>
              <a:lnSpc>
                <a:spcPts val="2750"/>
              </a:lnSpc>
            </a:pPr>
            <a:r>
              <a:rPr lang="en-IN" sz="2400" dirty="0"/>
              <a:t>Code Editor</a:t>
            </a:r>
            <a:endParaRPr lang="en-US" sz="2400" dirty="0">
              <a:latin typeface="Times New Roman" panose="02020603050405020304" pitchFamily="18" charset="0"/>
              <a:cs typeface="Times New Roman" panose="02020603050405020304" pitchFamily="18" charset="0"/>
            </a:endParaRPr>
          </a:p>
        </p:txBody>
      </p:sp>
      <p:sp>
        <p:nvSpPr>
          <p:cNvPr id="14" name="Text 9"/>
          <p:cNvSpPr/>
          <p:nvPr>
            <p:custDataLst>
              <p:tags r:id="rId12"/>
            </p:custDataLst>
          </p:nvPr>
        </p:nvSpPr>
        <p:spPr>
          <a:xfrm>
            <a:off x="1530906" y="4819174"/>
            <a:ext cx="5642610" cy="1088708"/>
          </a:xfrm>
          <a:prstGeom prst="rect">
            <a:avLst/>
          </a:prstGeom>
          <a:noFill/>
        </p:spPr>
        <p:txBody>
          <a:bodyPr wrap="square" lIns="0" tIns="0" rIns="0" bIns="0" rtlCol="0" anchor="t"/>
          <a:lstStyle/>
          <a:p>
            <a:pPr marL="0" indent="0" algn="just">
              <a:lnSpc>
                <a:spcPts val="2850"/>
              </a:lnSpc>
              <a:buNone/>
            </a:pPr>
            <a:r>
              <a:rPr lang="en-US" sz="2000" dirty="0"/>
              <a:t>Integrate Monaco Editor to provide a powerful coding environment with syntax highlighting and multi-language support. Enable real-time code writing during interviews.</a:t>
            </a:r>
            <a:endParaRPr lang="en-US" sz="2000" dirty="0">
              <a:latin typeface="Times New Roman" panose="02020603050405020304" pitchFamily="18" charset="0"/>
              <a:cs typeface="Times New Roman" panose="02020603050405020304" pitchFamily="18" charset="0"/>
            </a:endParaRPr>
          </a:p>
        </p:txBody>
      </p:sp>
      <p:sp>
        <p:nvSpPr>
          <p:cNvPr id="15" name="Shape 10"/>
          <p:cNvSpPr/>
          <p:nvPr>
            <p:custDataLst>
              <p:tags r:id="rId13"/>
            </p:custDataLst>
          </p:nvPr>
        </p:nvSpPr>
        <p:spPr>
          <a:xfrm>
            <a:off x="7457003" y="4250888"/>
            <a:ext cx="510302" cy="510302"/>
          </a:xfrm>
          <a:prstGeom prst="roundRect">
            <a:avLst>
              <a:gd name="adj" fmla="val 18669"/>
            </a:avLst>
          </a:prstGeom>
          <a:solidFill>
            <a:srgbClr val="110080"/>
          </a:solidFill>
          <a:ln w="7620">
            <a:solidFill>
              <a:srgbClr val="2A1999"/>
            </a:solidFill>
            <a:prstDash val="solid"/>
          </a:ln>
        </p:spPr>
        <p:txBody>
          <a:bodyPr/>
          <a:lstStyle/>
          <a:p>
            <a:endParaRPr/>
          </a:p>
        </p:txBody>
      </p:sp>
      <p:pic>
        <p:nvPicPr>
          <p:cNvPr id="16" name="Image 3" descr="preencoded.png"/>
          <p:cNvPicPr>
            <a:picLocks noChangeAspect="1"/>
          </p:cNvPicPr>
          <p:nvPr>
            <p:custDataLst>
              <p:tags r:id="rId14"/>
            </p:custDataLst>
          </p:nvPr>
        </p:nvPicPr>
        <p:blipFill>
          <a:blip r:embed="rId22"/>
          <a:stretch>
            <a:fillRect/>
          </a:stretch>
        </p:blipFill>
        <p:spPr>
          <a:xfrm>
            <a:off x="7542074" y="4293394"/>
            <a:ext cx="340162" cy="425291"/>
          </a:xfrm>
          <a:prstGeom prst="rect">
            <a:avLst/>
          </a:prstGeom>
        </p:spPr>
      </p:pic>
      <p:sp>
        <p:nvSpPr>
          <p:cNvPr id="17" name="Text 11"/>
          <p:cNvSpPr/>
          <p:nvPr>
            <p:custDataLst>
              <p:tags r:id="rId15"/>
            </p:custDataLst>
          </p:nvPr>
        </p:nvSpPr>
        <p:spPr>
          <a:xfrm>
            <a:off x="8194119" y="4328755"/>
            <a:ext cx="2835235" cy="354330"/>
          </a:xfrm>
          <a:prstGeom prst="rect">
            <a:avLst/>
          </a:prstGeom>
          <a:noFill/>
        </p:spPr>
        <p:txBody>
          <a:bodyPr wrap="none" lIns="0" tIns="0" rIns="0" bIns="0" rtlCol="0" anchor="t"/>
          <a:lstStyle/>
          <a:p>
            <a:pPr>
              <a:lnSpc>
                <a:spcPts val="2750"/>
              </a:lnSpc>
            </a:pPr>
            <a:r>
              <a:rPr lang="en-IN" sz="2400" dirty="0"/>
              <a:t>Video Calling</a:t>
            </a:r>
            <a:endParaRPr lang="en-US" sz="2200" dirty="0">
              <a:latin typeface="Times New Roman" panose="02020603050405020304" pitchFamily="18" charset="0"/>
              <a:cs typeface="Times New Roman" panose="02020603050405020304" pitchFamily="18" charset="0"/>
            </a:endParaRPr>
          </a:p>
        </p:txBody>
      </p:sp>
      <p:sp>
        <p:nvSpPr>
          <p:cNvPr id="18" name="Text 12"/>
          <p:cNvSpPr/>
          <p:nvPr>
            <p:custDataLst>
              <p:tags r:id="rId16"/>
            </p:custDataLst>
          </p:nvPr>
        </p:nvSpPr>
        <p:spPr>
          <a:xfrm>
            <a:off x="8194119" y="4819174"/>
            <a:ext cx="5642610" cy="725805"/>
          </a:xfrm>
          <a:prstGeom prst="rect">
            <a:avLst/>
          </a:prstGeom>
          <a:noFill/>
        </p:spPr>
        <p:txBody>
          <a:bodyPr wrap="square" lIns="0" tIns="0" rIns="0" bIns="0" rtlCol="0" anchor="t"/>
          <a:lstStyle/>
          <a:p>
            <a:pPr marL="0" indent="0" algn="just">
              <a:lnSpc>
                <a:spcPts val="2850"/>
              </a:lnSpc>
              <a:buNone/>
            </a:pPr>
            <a:r>
              <a:rPr lang="en-US" sz="2000" dirty="0"/>
              <a:t>Integrate Judge0 API to execute code in multiple programming languages and display output instantly during the session.</a:t>
            </a:r>
            <a:endParaRPr lang="en-US" sz="2000" dirty="0">
              <a:latin typeface="Times New Roman" panose="02020603050405020304" pitchFamily="18" charset="0"/>
              <a:cs typeface="Times New Roman" panose="02020603050405020304" pitchFamily="18" charset="0"/>
            </a:endParaRPr>
          </a:p>
        </p:txBody>
      </p:sp>
      <p:sp>
        <p:nvSpPr>
          <p:cNvPr id="19" name="Text 13"/>
          <p:cNvSpPr/>
          <p:nvPr/>
        </p:nvSpPr>
        <p:spPr>
          <a:xfrm>
            <a:off x="793790" y="6361508"/>
            <a:ext cx="13042821" cy="890231"/>
          </a:xfrm>
          <a:prstGeom prst="rect">
            <a:avLst/>
          </a:prstGeom>
          <a:noFill/>
        </p:spPr>
        <p:txBody>
          <a:bodyPr wrap="square" lIns="0" tIns="0" rIns="0" bIns="0" rtlCol="0" anchor="t"/>
          <a:lstStyle/>
          <a:p>
            <a:pPr marL="0" indent="0" algn="just">
              <a:lnSpc>
                <a:spcPts val="2850"/>
              </a:lnSpc>
              <a:buNone/>
            </a:pPr>
            <a:r>
              <a:rPr lang="en-US" sz="2000" dirty="0"/>
              <a:t>The core functionality of Talent-IQ revolves around real-time collaboration. The platform combines video calling, live chat, and code execution in a single interface. Backend APIs manage room creation, user sessions, and secure communication between all services.</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33433" y="189667"/>
            <a:ext cx="10262046" cy="708065"/>
          </a:xfrm>
          <a:prstGeom prst="rect">
            <a:avLst/>
          </a:prstGeom>
          <a:noFill/>
        </p:spPr>
        <p:txBody>
          <a:bodyPr wrap="none" lIns="0" tIns="0" rIns="0" bIns="0" rtlCol="0" anchor="t"/>
          <a:lstStyle/>
          <a:p>
            <a:pPr>
              <a:lnSpc>
                <a:spcPts val="5550"/>
              </a:lnSpc>
            </a:pPr>
            <a:r>
              <a:rPr lang="en-IN" sz="4000" b="1" dirty="0"/>
              <a:t>Enhancing Collaboration and Interaction</a:t>
            </a:r>
            <a:endParaRPr lang="en-US" sz="4000" dirty="0">
              <a:latin typeface="Times New Roman" panose="02020603050405020304" pitchFamily="18" charset="0"/>
              <a:cs typeface="Times New Roman" panose="02020603050405020304" pitchFamily="18" charset="0"/>
            </a:endParaRPr>
          </a:p>
        </p:txBody>
      </p:sp>
      <p:sp>
        <p:nvSpPr>
          <p:cNvPr id="3" name="Shape 1"/>
          <p:cNvSpPr/>
          <p:nvPr>
            <p:custDataLst>
              <p:tags r:id="rId1"/>
            </p:custDataLst>
          </p:nvPr>
        </p:nvSpPr>
        <p:spPr>
          <a:xfrm>
            <a:off x="793075" y="1786771"/>
            <a:ext cx="4197072" cy="3495318"/>
          </a:xfrm>
          <a:prstGeom prst="roundRect">
            <a:avLst>
              <a:gd name="adj" fmla="val 2723"/>
            </a:avLst>
          </a:prstGeom>
          <a:solidFill>
            <a:schemeClr val="bg1"/>
          </a:solidFill>
          <a:ln w="7620">
            <a:solidFill>
              <a:srgbClr val="2A1999"/>
            </a:solidFill>
            <a:prstDash val="solid"/>
          </a:ln>
        </p:spPr>
        <p:txBody>
          <a:bodyPr/>
          <a:lstStyle/>
          <a:p>
            <a:endParaRPr/>
          </a:p>
        </p:txBody>
      </p:sp>
      <p:sp>
        <p:nvSpPr>
          <p:cNvPr id="4" name="Text 2"/>
          <p:cNvSpPr/>
          <p:nvPr>
            <p:custDataLst>
              <p:tags r:id="rId2"/>
            </p:custDataLst>
          </p:nvPr>
        </p:nvSpPr>
        <p:spPr>
          <a:xfrm>
            <a:off x="1027271" y="2020967"/>
            <a:ext cx="2832616" cy="353973"/>
          </a:xfrm>
          <a:prstGeom prst="rect">
            <a:avLst/>
          </a:prstGeom>
          <a:noFill/>
        </p:spPr>
        <p:txBody>
          <a:bodyPr wrap="none" lIns="0" tIns="0" rIns="0" bIns="0" rtlCol="0" anchor="t"/>
          <a:lstStyle/>
          <a:p>
            <a:pPr>
              <a:lnSpc>
                <a:spcPts val="2750"/>
              </a:lnSpc>
            </a:pPr>
            <a:r>
              <a:rPr lang="en-IN" sz="2400" dirty="0"/>
              <a:t>Live Chat System</a:t>
            </a:r>
            <a:endParaRPr lang="en-US" sz="2400" dirty="0">
              <a:latin typeface="Times New Roman" panose="02020603050405020304" pitchFamily="18" charset="0"/>
              <a:cs typeface="Times New Roman" panose="02020603050405020304" pitchFamily="18" charset="0"/>
            </a:endParaRPr>
          </a:p>
        </p:txBody>
      </p:sp>
      <p:sp>
        <p:nvSpPr>
          <p:cNvPr id="5" name="Text 3"/>
          <p:cNvSpPr/>
          <p:nvPr>
            <p:custDataLst>
              <p:tags r:id="rId3"/>
            </p:custDataLst>
          </p:nvPr>
        </p:nvSpPr>
        <p:spPr>
          <a:xfrm>
            <a:off x="1027271" y="2510909"/>
            <a:ext cx="3728680" cy="2536984"/>
          </a:xfrm>
          <a:prstGeom prst="rect">
            <a:avLst/>
          </a:prstGeom>
          <a:noFill/>
        </p:spPr>
        <p:txBody>
          <a:bodyPr wrap="square" lIns="0" tIns="0" rIns="0" bIns="0" rtlCol="0" anchor="t"/>
          <a:lstStyle/>
          <a:p>
            <a:r>
              <a:rPr lang="en-US" sz="2000" dirty="0"/>
              <a:t>Implement a real-time chat system using Stream Chat that allows users to communicate instantly during interviews. Support message sending, receiving, and real-time updates for a seamless experience.</a:t>
            </a:r>
          </a:p>
        </p:txBody>
      </p:sp>
      <p:sp>
        <p:nvSpPr>
          <p:cNvPr id="6" name="Shape 4"/>
          <p:cNvSpPr/>
          <p:nvPr>
            <p:custDataLst>
              <p:tags r:id="rId4"/>
            </p:custDataLst>
          </p:nvPr>
        </p:nvSpPr>
        <p:spPr>
          <a:xfrm>
            <a:off x="5216723" y="1786771"/>
            <a:ext cx="4197072" cy="3495318"/>
          </a:xfrm>
          <a:prstGeom prst="roundRect">
            <a:avLst>
              <a:gd name="adj" fmla="val 2723"/>
            </a:avLst>
          </a:prstGeom>
          <a:solidFill>
            <a:schemeClr val="bg1"/>
          </a:solidFill>
          <a:ln w="7620">
            <a:solidFill>
              <a:srgbClr val="2A1999"/>
            </a:solidFill>
            <a:prstDash val="solid"/>
          </a:ln>
        </p:spPr>
        <p:txBody>
          <a:bodyPr/>
          <a:lstStyle/>
          <a:p>
            <a:endParaRPr/>
          </a:p>
        </p:txBody>
      </p:sp>
      <p:sp>
        <p:nvSpPr>
          <p:cNvPr id="7" name="Text 5"/>
          <p:cNvSpPr/>
          <p:nvPr>
            <p:custDataLst>
              <p:tags r:id="rId5"/>
            </p:custDataLst>
          </p:nvPr>
        </p:nvSpPr>
        <p:spPr>
          <a:xfrm>
            <a:off x="5450919" y="2020967"/>
            <a:ext cx="2832616" cy="353973"/>
          </a:xfrm>
          <a:prstGeom prst="rect">
            <a:avLst/>
          </a:prstGeom>
          <a:noFill/>
        </p:spPr>
        <p:txBody>
          <a:bodyPr wrap="none" lIns="0" tIns="0" rIns="0" bIns="0" rtlCol="0" anchor="t"/>
          <a:lstStyle/>
          <a:p>
            <a:pPr>
              <a:lnSpc>
                <a:spcPts val="2750"/>
              </a:lnSpc>
            </a:pPr>
            <a:r>
              <a:rPr lang="en-IN" sz="2400" dirty="0"/>
              <a:t>Video Communication</a:t>
            </a:r>
            <a:endParaRPr lang="en-US" sz="2400" dirty="0">
              <a:latin typeface="Times New Roman" panose="02020603050405020304" pitchFamily="18" charset="0"/>
              <a:cs typeface="Times New Roman" panose="02020603050405020304" pitchFamily="18" charset="0"/>
            </a:endParaRPr>
          </a:p>
        </p:txBody>
      </p:sp>
      <p:sp>
        <p:nvSpPr>
          <p:cNvPr id="8" name="Text 6"/>
          <p:cNvSpPr/>
          <p:nvPr>
            <p:custDataLst>
              <p:tags r:id="rId6"/>
            </p:custDataLst>
          </p:nvPr>
        </p:nvSpPr>
        <p:spPr>
          <a:xfrm>
            <a:off x="5450919" y="2510909"/>
            <a:ext cx="3728680" cy="2174558"/>
          </a:xfrm>
          <a:prstGeom prst="rect">
            <a:avLst/>
          </a:prstGeom>
          <a:noFill/>
        </p:spPr>
        <p:txBody>
          <a:bodyPr wrap="square" lIns="0" tIns="0" rIns="0" bIns="0" rtlCol="0" anchor="t"/>
          <a:lstStyle/>
          <a:p>
            <a:pPr marL="0" indent="0" algn="just">
              <a:lnSpc>
                <a:spcPts val="2850"/>
              </a:lnSpc>
              <a:buNone/>
            </a:pPr>
            <a:r>
              <a:rPr lang="en-US" sz="2000" dirty="0"/>
              <a:t>Enable high-quality video calls using Stream Video SDK, allowing interviewers and candidates to interact face-to-face in real time.</a:t>
            </a:r>
            <a:endParaRPr lang="en-US" sz="2000" dirty="0">
              <a:latin typeface="Times New Roman" panose="02020603050405020304" pitchFamily="18" charset="0"/>
              <a:cs typeface="Times New Roman" panose="02020603050405020304" pitchFamily="18" charset="0"/>
            </a:endParaRPr>
          </a:p>
        </p:txBody>
      </p:sp>
      <p:sp>
        <p:nvSpPr>
          <p:cNvPr id="9" name="Shape 7"/>
          <p:cNvSpPr/>
          <p:nvPr>
            <p:custDataLst>
              <p:tags r:id="rId7"/>
            </p:custDataLst>
          </p:nvPr>
        </p:nvSpPr>
        <p:spPr>
          <a:xfrm>
            <a:off x="9640372" y="1786771"/>
            <a:ext cx="4197072" cy="3495318"/>
          </a:xfrm>
          <a:prstGeom prst="roundRect">
            <a:avLst>
              <a:gd name="adj" fmla="val 2723"/>
            </a:avLst>
          </a:prstGeom>
          <a:solidFill>
            <a:schemeClr val="bg1"/>
          </a:solidFill>
          <a:ln w="7620">
            <a:solidFill>
              <a:srgbClr val="2A1999"/>
            </a:solidFill>
            <a:prstDash val="solid"/>
          </a:ln>
        </p:spPr>
        <p:txBody>
          <a:bodyPr/>
          <a:lstStyle/>
          <a:p>
            <a:endParaRPr/>
          </a:p>
        </p:txBody>
      </p:sp>
      <p:sp>
        <p:nvSpPr>
          <p:cNvPr id="10" name="Text 8"/>
          <p:cNvSpPr/>
          <p:nvPr>
            <p:custDataLst>
              <p:tags r:id="rId8"/>
            </p:custDataLst>
          </p:nvPr>
        </p:nvSpPr>
        <p:spPr>
          <a:xfrm>
            <a:off x="9874568" y="2020967"/>
            <a:ext cx="2832616" cy="353973"/>
          </a:xfrm>
          <a:prstGeom prst="rect">
            <a:avLst/>
          </a:prstGeom>
          <a:noFill/>
        </p:spPr>
        <p:txBody>
          <a:bodyPr wrap="none" lIns="0" tIns="0" rIns="0" bIns="0" rtlCol="0" anchor="t"/>
          <a:lstStyle/>
          <a:p>
            <a:pPr>
              <a:lnSpc>
                <a:spcPts val="2750"/>
              </a:lnSpc>
            </a:pPr>
            <a:r>
              <a:rPr lang="en-IN" sz="2400" dirty="0"/>
              <a:t>Real-Time Collaboration</a:t>
            </a:r>
            <a:endParaRPr lang="en-US" sz="2400" dirty="0">
              <a:latin typeface="Times New Roman" panose="02020603050405020304" pitchFamily="18" charset="0"/>
              <a:cs typeface="Times New Roman" panose="02020603050405020304" pitchFamily="18" charset="0"/>
            </a:endParaRPr>
          </a:p>
        </p:txBody>
      </p:sp>
      <p:sp>
        <p:nvSpPr>
          <p:cNvPr id="11" name="Text 9"/>
          <p:cNvSpPr/>
          <p:nvPr>
            <p:custDataLst>
              <p:tags r:id="rId9"/>
            </p:custDataLst>
          </p:nvPr>
        </p:nvSpPr>
        <p:spPr>
          <a:xfrm>
            <a:off x="9874568" y="2510909"/>
            <a:ext cx="3728680" cy="2174558"/>
          </a:xfrm>
          <a:prstGeom prst="rect">
            <a:avLst/>
          </a:prstGeom>
          <a:noFill/>
        </p:spPr>
        <p:txBody>
          <a:bodyPr wrap="square" lIns="0" tIns="0" rIns="0" bIns="0" rtlCol="0" anchor="t"/>
          <a:lstStyle/>
          <a:p>
            <a:r>
              <a:rPr lang="en-US" sz="2000" dirty="0"/>
              <a:t>Enhance the platform by combining chat, video, and code editor in a single interface. Ensure smooth synchronization between users during live interviews.</a:t>
            </a:r>
          </a:p>
        </p:txBody>
      </p:sp>
      <p:sp>
        <p:nvSpPr>
          <p:cNvPr id="12" name="Text 10"/>
          <p:cNvSpPr/>
          <p:nvPr/>
        </p:nvSpPr>
        <p:spPr>
          <a:xfrm>
            <a:off x="793075" y="5537002"/>
            <a:ext cx="13044249" cy="1087279"/>
          </a:xfrm>
          <a:prstGeom prst="rect">
            <a:avLst/>
          </a:prstGeom>
          <a:noFill/>
        </p:spPr>
        <p:txBody>
          <a:bodyPr wrap="square" lIns="0" tIns="0" rIns="0" bIns="0" rtlCol="0" anchor="t"/>
          <a:lstStyle/>
          <a:p>
            <a:pPr marL="0" indent="0" algn="just">
              <a:lnSpc>
                <a:spcPts val="2850"/>
              </a:lnSpc>
              <a:buNone/>
            </a:pPr>
            <a:r>
              <a:rPr lang="en-US" sz="2000" dirty="0"/>
              <a:t>Talent-IQ focuses on improving user interaction through real-time communication and collaboration tools. The backend manages session control, user access, and API integrations, while the frontend ensures smooth and responsive user experience.</a:t>
            </a:r>
            <a:endParaRPr lang="en-US" sz="2000" dirty="0">
              <a:latin typeface="Times New Roman" panose="02020603050405020304" pitchFamily="18" charset="0"/>
              <a:cs typeface="Times New Roman" panose="02020603050405020304" pitchFamily="18" charset="0"/>
            </a:endParaRPr>
          </a:p>
        </p:txBody>
      </p:sp>
      <p:sp>
        <p:nvSpPr>
          <p:cNvPr id="13" name="Text 11"/>
          <p:cNvSpPr/>
          <p:nvPr/>
        </p:nvSpPr>
        <p:spPr>
          <a:xfrm>
            <a:off x="793075" y="6503273"/>
            <a:ext cx="13044249" cy="724853"/>
          </a:xfrm>
          <a:prstGeom prst="rect">
            <a:avLst/>
          </a:prstGeom>
          <a:noFill/>
        </p:spPr>
        <p:txBody>
          <a:bodyPr wrap="square" lIns="0" tIns="0" rIns="0" bIns="0" rtlCol="0" anchor="t"/>
          <a:lstStyle/>
          <a:p>
            <a:pPr marL="0" indent="0" algn="just">
              <a:lnSpc>
                <a:spcPts val="2850"/>
              </a:lnSpc>
              <a:buNone/>
            </a:pP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69320" y="179308"/>
            <a:ext cx="9673466" cy="637937"/>
          </a:xfrm>
          <a:prstGeom prst="rect">
            <a:avLst/>
          </a:prstGeom>
          <a:noFill/>
        </p:spPr>
        <p:txBody>
          <a:bodyPr wrap="none" lIns="0" tIns="0" rIns="0" bIns="0" rtlCol="0" anchor="t"/>
          <a:lstStyle/>
          <a:p>
            <a:pPr marL="0" indent="0" algn="l">
              <a:lnSpc>
                <a:spcPts val="5000"/>
              </a:lnSpc>
              <a:buNone/>
            </a:pPr>
            <a:r>
              <a:rPr lang="en-US" sz="4000" b="1" dirty="0">
                <a:solidFill>
                  <a:srgbClr val="000000"/>
                </a:solidFill>
                <a:latin typeface="Times New Roman" panose="02020603050405020304" pitchFamily="18" charset="0"/>
                <a:ea typeface="Inter Bold" pitchFamily="34" charset="-122"/>
                <a:cs typeface="Times New Roman" panose="02020603050405020304" pitchFamily="18" charset="0"/>
              </a:rPr>
              <a:t>Deployment and Performance Optimization</a:t>
            </a:r>
            <a:endParaRPr lang="en-US" sz="4000" dirty="0">
              <a:latin typeface="Times New Roman" panose="02020603050405020304" pitchFamily="18" charset="0"/>
              <a:cs typeface="Times New Roman" panose="02020603050405020304" pitchFamily="18" charset="0"/>
            </a:endParaRPr>
          </a:p>
        </p:txBody>
      </p:sp>
      <p:pic>
        <p:nvPicPr>
          <p:cNvPr id="3" name="Image 0" descr="preencoded.png"/>
          <p:cNvPicPr>
            <a:picLocks noChangeAspect="1"/>
          </p:cNvPicPr>
          <p:nvPr/>
        </p:nvPicPr>
        <p:blipFill>
          <a:blip r:embed="rId13"/>
          <a:stretch>
            <a:fillRect/>
          </a:stretch>
        </p:blipFill>
        <p:spPr>
          <a:xfrm>
            <a:off x="793790" y="1879759"/>
            <a:ext cx="510302" cy="510302"/>
          </a:xfrm>
          <a:prstGeom prst="rect">
            <a:avLst/>
          </a:prstGeom>
        </p:spPr>
      </p:pic>
      <p:sp>
        <p:nvSpPr>
          <p:cNvPr id="4" name="Text 1"/>
          <p:cNvSpPr/>
          <p:nvPr/>
        </p:nvSpPr>
        <p:spPr>
          <a:xfrm>
            <a:off x="1508125" y="1869440"/>
            <a:ext cx="2607310" cy="318770"/>
          </a:xfrm>
          <a:prstGeom prst="rect">
            <a:avLst/>
          </a:prstGeom>
          <a:noFill/>
        </p:spPr>
        <p:txBody>
          <a:bodyPr wrap="none" lIns="0" tIns="0" rIns="0" bIns="0" rtlCol="0" anchor="t"/>
          <a:lstStyle/>
          <a:p>
            <a:pPr marL="0" indent="0" algn="l">
              <a:lnSpc>
                <a:spcPts val="2500"/>
              </a:lnSpc>
              <a:buNone/>
            </a:pPr>
            <a:r>
              <a:rPr lang="en-US" sz="2400" b="1" dirty="0">
                <a:solidFill>
                  <a:srgbClr val="000000"/>
                </a:solidFill>
                <a:latin typeface="Times New Roman" panose="02020603050405020304" pitchFamily="18" charset="0"/>
                <a:ea typeface="Inter Bold" pitchFamily="34" charset="-122"/>
                <a:cs typeface="Times New Roman" panose="02020603050405020304" pitchFamily="18" charset="0"/>
              </a:rPr>
              <a:t>Build </a:t>
            </a:r>
          </a:p>
          <a:p>
            <a:pPr marL="0" indent="0" algn="l">
              <a:lnSpc>
                <a:spcPts val="2500"/>
              </a:lnSpc>
              <a:buNone/>
            </a:pPr>
            <a:r>
              <a:rPr lang="en-US" sz="2400" b="1" dirty="0">
                <a:solidFill>
                  <a:srgbClr val="000000"/>
                </a:solidFill>
                <a:latin typeface="Times New Roman" panose="02020603050405020304" pitchFamily="18" charset="0"/>
                <a:ea typeface="Inter Bold" pitchFamily="34" charset="-122"/>
                <a:cs typeface="Times New Roman" panose="02020603050405020304" pitchFamily="18" charset="0"/>
              </a:rPr>
              <a:t>Optimization</a:t>
            </a:r>
            <a:endParaRPr lang="en-US" sz="2400" dirty="0">
              <a:latin typeface="Times New Roman" panose="02020603050405020304" pitchFamily="18" charset="0"/>
              <a:cs typeface="Times New Roman" panose="02020603050405020304" pitchFamily="18" charset="0"/>
            </a:endParaRPr>
          </a:p>
        </p:txBody>
      </p:sp>
      <p:sp>
        <p:nvSpPr>
          <p:cNvPr id="5" name="Text 2"/>
          <p:cNvSpPr/>
          <p:nvPr/>
        </p:nvSpPr>
        <p:spPr>
          <a:xfrm>
            <a:off x="1508125" y="2602865"/>
            <a:ext cx="2452370" cy="2279015"/>
          </a:xfrm>
          <a:prstGeom prst="rect">
            <a:avLst/>
          </a:prstGeom>
          <a:noFill/>
        </p:spPr>
        <p:txBody>
          <a:bodyPr wrap="square" lIns="0" tIns="0" rIns="0" bIns="0" rtlCol="0" anchor="t"/>
          <a:lstStyle/>
          <a:p>
            <a:pPr marL="0" indent="0" algn="just">
              <a:lnSpc>
                <a:spcPts val="2550"/>
              </a:lnSpc>
              <a:buNone/>
            </a:pPr>
            <a:r>
              <a:rPr lang="en-US" sz="2000" dirty="0">
                <a:solidFill>
                  <a:srgbClr val="000000"/>
                </a:solidFill>
                <a:latin typeface="Times New Roman" panose="02020603050405020304" pitchFamily="18" charset="0"/>
                <a:ea typeface="Inter" pitchFamily="34" charset="-122"/>
                <a:cs typeface="Times New Roman" panose="02020603050405020304" pitchFamily="18" charset="0"/>
              </a:rPr>
              <a:t>Optimize React builds with code splitting, lazy loading, and bundle analysis. Minify and compress assets for faster loading times.</a:t>
            </a:r>
            <a:endParaRPr lang="en-US" sz="2000" dirty="0">
              <a:latin typeface="Times New Roman" panose="02020603050405020304" pitchFamily="18" charset="0"/>
              <a:cs typeface="Times New Roman" panose="02020603050405020304" pitchFamily="18" charset="0"/>
            </a:endParaRPr>
          </a:p>
        </p:txBody>
      </p:sp>
      <p:pic>
        <p:nvPicPr>
          <p:cNvPr id="6" name="Image 1" descr="preencoded.png"/>
          <p:cNvPicPr>
            <a:picLocks noChangeAspect="1"/>
          </p:cNvPicPr>
          <p:nvPr>
            <p:custDataLst>
              <p:tags r:id="rId1"/>
            </p:custDataLst>
          </p:nvPr>
        </p:nvPicPr>
        <p:blipFill>
          <a:blip r:embed="rId14"/>
          <a:stretch>
            <a:fillRect/>
          </a:stretch>
        </p:blipFill>
        <p:spPr>
          <a:xfrm>
            <a:off x="4218583" y="1858804"/>
            <a:ext cx="510302" cy="510302"/>
          </a:xfrm>
          <a:prstGeom prst="rect">
            <a:avLst/>
          </a:prstGeom>
        </p:spPr>
      </p:pic>
      <p:sp>
        <p:nvSpPr>
          <p:cNvPr id="7" name="Text 3"/>
          <p:cNvSpPr/>
          <p:nvPr>
            <p:custDataLst>
              <p:tags r:id="rId2"/>
            </p:custDataLst>
          </p:nvPr>
        </p:nvSpPr>
        <p:spPr>
          <a:xfrm>
            <a:off x="4832628" y="1858566"/>
            <a:ext cx="2354937" cy="637699"/>
          </a:xfrm>
          <a:prstGeom prst="rect">
            <a:avLst/>
          </a:prstGeom>
          <a:noFill/>
        </p:spPr>
        <p:txBody>
          <a:bodyPr wrap="square" lIns="0" tIns="0" rIns="0" bIns="0" rtlCol="0" anchor="t"/>
          <a:lstStyle/>
          <a:p>
            <a:pPr marL="0" indent="0" algn="l">
              <a:lnSpc>
                <a:spcPts val="2500"/>
              </a:lnSpc>
              <a:buNone/>
            </a:pPr>
            <a:r>
              <a:rPr lang="en-US" sz="2400" b="1" dirty="0">
                <a:solidFill>
                  <a:srgbClr val="000000"/>
                </a:solidFill>
                <a:latin typeface="Times New Roman" panose="02020603050405020304" pitchFamily="18" charset="0"/>
                <a:ea typeface="Inter Bold" pitchFamily="34" charset="-122"/>
                <a:cs typeface="Times New Roman" panose="02020603050405020304" pitchFamily="18" charset="0"/>
              </a:rPr>
              <a:t>Server Deployment</a:t>
            </a:r>
            <a:endParaRPr lang="en-US" sz="2400" dirty="0">
              <a:latin typeface="Times New Roman" panose="02020603050405020304" pitchFamily="18" charset="0"/>
              <a:cs typeface="Times New Roman" panose="02020603050405020304" pitchFamily="18" charset="0"/>
            </a:endParaRPr>
          </a:p>
        </p:txBody>
      </p:sp>
      <p:sp>
        <p:nvSpPr>
          <p:cNvPr id="8" name="Text 4"/>
          <p:cNvSpPr/>
          <p:nvPr>
            <p:custDataLst>
              <p:tags r:id="rId3"/>
            </p:custDataLst>
          </p:nvPr>
        </p:nvSpPr>
        <p:spPr>
          <a:xfrm>
            <a:off x="4816475" y="2602865"/>
            <a:ext cx="2626360" cy="2613660"/>
          </a:xfrm>
          <a:prstGeom prst="rect">
            <a:avLst/>
          </a:prstGeom>
          <a:noFill/>
        </p:spPr>
        <p:txBody>
          <a:bodyPr wrap="square" lIns="0" tIns="0" rIns="0" bIns="0" rtlCol="0" anchor="t"/>
          <a:lstStyle/>
          <a:p>
            <a:r>
              <a:rPr lang="en-US" sz="2000" dirty="0"/>
              <a:t>Deploy backend on AWS/Render with secure environment variables and optimized production settings.</a:t>
            </a:r>
          </a:p>
        </p:txBody>
      </p:sp>
      <p:sp>
        <p:nvSpPr>
          <p:cNvPr id="9" name="Shape 5"/>
          <p:cNvSpPr/>
          <p:nvPr>
            <p:custDataLst>
              <p:tags r:id="rId4"/>
            </p:custDataLst>
          </p:nvPr>
        </p:nvSpPr>
        <p:spPr>
          <a:xfrm>
            <a:off x="7468195" y="1869519"/>
            <a:ext cx="459224" cy="530781"/>
          </a:xfrm>
          <a:prstGeom prst="roundRect">
            <a:avLst>
              <a:gd name="adj" fmla="val 11947"/>
            </a:avLst>
          </a:prstGeom>
          <a:solidFill>
            <a:srgbClr val="4D4D51"/>
          </a:solidFill>
        </p:spPr>
        <p:txBody>
          <a:bodyPr/>
          <a:lstStyle/>
          <a:p>
            <a:endParaRPr/>
          </a:p>
        </p:txBody>
      </p:sp>
      <p:pic>
        <p:nvPicPr>
          <p:cNvPr id="10" name="Image 2" descr="preencoded.png"/>
          <p:cNvPicPr>
            <a:picLocks noChangeAspect="1"/>
          </p:cNvPicPr>
          <p:nvPr>
            <p:custDataLst>
              <p:tags r:id="rId5"/>
            </p:custDataLst>
          </p:nvPr>
        </p:nvPicPr>
        <p:blipFill>
          <a:blip r:embed="rId15"/>
          <a:stretch>
            <a:fillRect/>
          </a:stretch>
        </p:blipFill>
        <p:spPr>
          <a:xfrm>
            <a:off x="7442716" y="1879759"/>
            <a:ext cx="510302" cy="510302"/>
          </a:xfrm>
          <a:prstGeom prst="rect">
            <a:avLst/>
          </a:prstGeom>
        </p:spPr>
      </p:pic>
      <p:sp>
        <p:nvSpPr>
          <p:cNvPr id="11" name="Text 6"/>
          <p:cNvSpPr/>
          <p:nvPr>
            <p:custDataLst>
              <p:tags r:id="rId6"/>
            </p:custDataLst>
          </p:nvPr>
        </p:nvSpPr>
        <p:spPr>
          <a:xfrm>
            <a:off x="8156456" y="1858566"/>
            <a:ext cx="2354937" cy="637699"/>
          </a:xfrm>
          <a:prstGeom prst="rect">
            <a:avLst/>
          </a:prstGeom>
          <a:noFill/>
        </p:spPr>
        <p:txBody>
          <a:bodyPr wrap="square" lIns="0" tIns="0" rIns="0" bIns="0" rtlCol="0" anchor="t"/>
          <a:lstStyle/>
          <a:p>
            <a:pPr marL="0" indent="0" algn="l">
              <a:lnSpc>
                <a:spcPts val="2500"/>
              </a:lnSpc>
              <a:buNone/>
            </a:pPr>
            <a:r>
              <a:rPr lang="en-US" sz="2400" b="1" dirty="0">
                <a:solidFill>
                  <a:srgbClr val="000000"/>
                </a:solidFill>
                <a:latin typeface="Times New Roman" panose="02020603050405020304" pitchFamily="18" charset="0"/>
                <a:ea typeface="Inter Bold" pitchFamily="34" charset="-122"/>
                <a:cs typeface="Times New Roman" panose="02020603050405020304" pitchFamily="18" charset="0"/>
              </a:rPr>
              <a:t>Database Management</a:t>
            </a:r>
            <a:endParaRPr lang="en-US" sz="2400" dirty="0">
              <a:latin typeface="Times New Roman" panose="02020603050405020304" pitchFamily="18" charset="0"/>
              <a:cs typeface="Times New Roman" panose="02020603050405020304" pitchFamily="18" charset="0"/>
            </a:endParaRPr>
          </a:p>
        </p:txBody>
      </p:sp>
      <p:sp>
        <p:nvSpPr>
          <p:cNvPr id="12" name="Text 7"/>
          <p:cNvSpPr/>
          <p:nvPr>
            <p:custDataLst>
              <p:tags r:id="rId7"/>
            </p:custDataLst>
          </p:nvPr>
        </p:nvSpPr>
        <p:spPr>
          <a:xfrm>
            <a:off x="8155821" y="2602786"/>
            <a:ext cx="2354937" cy="1960245"/>
          </a:xfrm>
          <a:prstGeom prst="rect">
            <a:avLst/>
          </a:prstGeom>
          <a:noFill/>
        </p:spPr>
        <p:txBody>
          <a:bodyPr wrap="square" lIns="0" tIns="0" rIns="0" bIns="0" rtlCol="0" anchor="t"/>
          <a:lstStyle/>
          <a:p>
            <a:pPr marL="0" indent="0" algn="just">
              <a:lnSpc>
                <a:spcPts val="2550"/>
              </a:lnSpc>
              <a:buNone/>
            </a:pPr>
            <a:r>
              <a:rPr lang="en-US" sz="2000" dirty="0"/>
              <a:t>Use MongoDB with indexing, backups, and optimized queries for better performance.</a:t>
            </a:r>
            <a:endParaRPr lang="en-US" sz="2000" dirty="0">
              <a:latin typeface="Times New Roman" panose="02020603050405020304" pitchFamily="18" charset="0"/>
              <a:cs typeface="Times New Roman" panose="02020603050405020304" pitchFamily="18" charset="0"/>
            </a:endParaRPr>
          </a:p>
        </p:txBody>
      </p:sp>
      <p:pic>
        <p:nvPicPr>
          <p:cNvPr id="13" name="Image 3" descr="preencoded.png"/>
          <p:cNvPicPr>
            <a:picLocks noChangeAspect="1"/>
          </p:cNvPicPr>
          <p:nvPr>
            <p:custDataLst>
              <p:tags r:id="rId8"/>
            </p:custDataLst>
          </p:nvPr>
        </p:nvPicPr>
        <p:blipFill>
          <a:blip r:embed="rId16"/>
          <a:stretch>
            <a:fillRect/>
          </a:stretch>
        </p:blipFill>
        <p:spPr>
          <a:xfrm>
            <a:off x="10767179" y="1879759"/>
            <a:ext cx="510302" cy="510302"/>
          </a:xfrm>
          <a:prstGeom prst="rect">
            <a:avLst/>
          </a:prstGeom>
        </p:spPr>
      </p:pic>
      <p:sp>
        <p:nvSpPr>
          <p:cNvPr id="14" name="Text 8"/>
          <p:cNvSpPr/>
          <p:nvPr>
            <p:custDataLst>
              <p:tags r:id="rId9"/>
            </p:custDataLst>
          </p:nvPr>
        </p:nvSpPr>
        <p:spPr>
          <a:xfrm>
            <a:off x="11480284" y="1858566"/>
            <a:ext cx="2355056" cy="637699"/>
          </a:xfrm>
          <a:prstGeom prst="rect">
            <a:avLst/>
          </a:prstGeom>
          <a:noFill/>
        </p:spPr>
        <p:txBody>
          <a:bodyPr wrap="square" lIns="0" tIns="0" rIns="0" bIns="0" rtlCol="0" anchor="t"/>
          <a:lstStyle/>
          <a:p>
            <a:pPr marL="0" indent="0" algn="l">
              <a:lnSpc>
                <a:spcPts val="2500"/>
              </a:lnSpc>
              <a:buNone/>
            </a:pPr>
            <a:r>
              <a:rPr lang="en-US" sz="2400" b="1" dirty="0">
                <a:solidFill>
                  <a:srgbClr val="000000"/>
                </a:solidFill>
                <a:latin typeface="Times New Roman" panose="02020603050405020304" pitchFamily="18" charset="0"/>
                <a:ea typeface="Inter Bold" pitchFamily="34" charset="-122"/>
                <a:cs typeface="Times New Roman" panose="02020603050405020304" pitchFamily="18" charset="0"/>
              </a:rPr>
              <a:t>Monitoring &amp; Scaling</a:t>
            </a:r>
            <a:endParaRPr lang="en-US" sz="2400" dirty="0">
              <a:latin typeface="Times New Roman" panose="02020603050405020304" pitchFamily="18" charset="0"/>
              <a:cs typeface="Times New Roman" panose="02020603050405020304" pitchFamily="18" charset="0"/>
            </a:endParaRPr>
          </a:p>
        </p:txBody>
      </p:sp>
      <p:sp>
        <p:nvSpPr>
          <p:cNvPr id="15" name="Text 9"/>
          <p:cNvSpPr/>
          <p:nvPr>
            <p:custDataLst>
              <p:tags r:id="rId10"/>
            </p:custDataLst>
          </p:nvPr>
        </p:nvSpPr>
        <p:spPr>
          <a:xfrm>
            <a:off x="11481554" y="2725341"/>
            <a:ext cx="2355056" cy="1960245"/>
          </a:xfrm>
          <a:prstGeom prst="rect">
            <a:avLst/>
          </a:prstGeom>
          <a:noFill/>
        </p:spPr>
        <p:txBody>
          <a:bodyPr wrap="square" lIns="0" tIns="0" rIns="0" bIns="0" rtlCol="0" anchor="t"/>
          <a:lstStyle/>
          <a:p>
            <a:pPr marL="0" indent="0" algn="just">
              <a:lnSpc>
                <a:spcPts val="2550"/>
              </a:lnSpc>
              <a:buNone/>
            </a:pPr>
            <a:r>
              <a:rPr lang="en-US" sz="2000" dirty="0">
                <a:solidFill>
                  <a:srgbClr val="000000"/>
                </a:solidFill>
                <a:latin typeface="Times New Roman" panose="02020603050405020304" pitchFamily="18" charset="0"/>
                <a:ea typeface="Inter" pitchFamily="34" charset="-122"/>
                <a:cs typeface="Times New Roman" panose="02020603050405020304" pitchFamily="18" charset="0"/>
              </a:rPr>
              <a:t>Implement logging, error tracking, and performance monitoring. Plan for horizontal scaling as user base grows.</a:t>
            </a:r>
            <a:endParaRPr lang="en-US" sz="2000" dirty="0">
              <a:latin typeface="Times New Roman" panose="02020603050405020304" pitchFamily="18" charset="0"/>
              <a:cs typeface="Times New Roman" panose="02020603050405020304" pitchFamily="18" charset="0"/>
            </a:endParaRPr>
          </a:p>
        </p:txBody>
      </p:sp>
      <p:sp>
        <p:nvSpPr>
          <p:cNvPr id="16" name="Text 10"/>
          <p:cNvSpPr/>
          <p:nvPr/>
        </p:nvSpPr>
        <p:spPr>
          <a:xfrm>
            <a:off x="793790" y="5568553"/>
            <a:ext cx="13042821" cy="980123"/>
          </a:xfrm>
          <a:prstGeom prst="rect">
            <a:avLst/>
          </a:prstGeom>
          <a:noFill/>
        </p:spPr>
        <p:txBody>
          <a:bodyPr wrap="square" lIns="0" tIns="0" rIns="0" bIns="0" rtlCol="0" anchor="t"/>
          <a:lstStyle/>
          <a:p>
            <a:pPr marL="0" indent="0" algn="just">
              <a:lnSpc>
                <a:spcPts val="2550"/>
              </a:lnSpc>
              <a:buNone/>
            </a:pPr>
            <a:r>
              <a:rPr lang="en-US" sz="2000" dirty="0"/>
              <a:t>The final step is deploying Talent-IQ to production. The React frontend is optimized and deployed on platforms like </a:t>
            </a:r>
            <a:r>
              <a:rPr lang="en-US" sz="2000" dirty="0" err="1"/>
              <a:t>Vercel</a:t>
            </a:r>
            <a:r>
              <a:rPr lang="en-US" sz="2000" dirty="0"/>
              <a:t>, while the Node.js backend is hosted on cloud services with secure environment configurations for Clerk, Stream, and database integration.</a:t>
            </a:r>
            <a:endParaRPr lang="en-US" sz="2000" dirty="0">
              <a:latin typeface="Times New Roman" panose="02020603050405020304" pitchFamily="18" charset="0"/>
              <a:cs typeface="Times New Roman" panose="02020603050405020304" pitchFamily="18" charset="0"/>
            </a:endParaRPr>
          </a:p>
        </p:txBody>
      </p:sp>
      <p:sp>
        <p:nvSpPr>
          <p:cNvPr id="17" name="Text 11"/>
          <p:cNvSpPr/>
          <p:nvPr/>
        </p:nvSpPr>
        <p:spPr>
          <a:xfrm>
            <a:off x="793790" y="6778228"/>
            <a:ext cx="13042821" cy="653415"/>
          </a:xfrm>
          <a:prstGeom prst="rect">
            <a:avLst/>
          </a:prstGeom>
          <a:noFill/>
        </p:spPr>
        <p:txBody>
          <a:bodyPr wrap="square" lIns="0" tIns="0" rIns="0" bIns="0" rtlCol="0" anchor="t"/>
          <a:lstStyle/>
          <a:p>
            <a:pPr>
              <a:lnSpc>
                <a:spcPts val="2550"/>
              </a:lnSpc>
            </a:pPr>
            <a:r>
              <a:rPr lang="en-US" sz="2000" dirty="0"/>
              <a:t>To ensure high performance, implement caching strategies, optimize API calls, and enhance real-time communication for video, chat, and code execution. Proper database indexing and query optimization are used to maintain scalability and responsiveness as the platform grows.</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81.93440944881894,&quot;left&quot;:408.4312598425197,&quot;top&quot;:161.59685039370078,&quot;width&quot;:676.6031496062993}"/>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81.93440944881894,&quot;left&quot;:408.4312598425197,&quot;top&quot;:161.59685039370078,&quot;width&quot;:676.6031496062993}"/>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81.93440944881894,&quot;left&quot;:408.4312598425197,&quot;top&quot;:161.59685039370078,&quot;width&quot;:676.6031496062993}"/>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81.93440944881894,&quot;left&quot;:408.4312598425197,&quot;top&quot;:161.59685039370078,&quot;width&quot;:676.6031496062993}"/>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81.93440944881894,&quot;left&quot;:408.4312598425197,&quot;top&quot;:161.59685039370078,&quot;width&quot;:676.6031496062993}"/>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81.93440944881894,&quot;left&quot;:408.4312598425197,&quot;top&quot;:161.59685039370078,&quot;width&quot;:676.6031496062993}"/>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81.93440944881894,&quot;left&quot;:408.4312598425197,&quot;top&quot;:161.59685039370078,&quot;width&quot;:676.6031496062993}"/>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81.93440944881894,&quot;left&quot;:408.4312598425197,&quot;top&quot;:161.59685039370078,&quot;width&quot;:676.6031496062993}"/>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42.9,&quot;left&quot;:62.50314960629921,&quot;top&quot;:120.41251968503937,&quot;width&quot;:594.993779527559}"/>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42.9,&quot;left&quot;:62.50314960629921,&quot;top&quot;:120.41251968503937,&quot;width&quot;:594.993779527559}"/>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42.9,&quot;left&quot;:62.50314960629921,&quot;top&quot;:120.41251968503937,&quot;width&quot;:594.993779527559}"/>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42.9,&quot;left&quot;:62.50314960629921,&quot;top&quot;:120.41251968503937,&quot;width&quot;:594.993779527559}"/>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42.9,&quot;left&quot;:62.50314960629921,&quot;top&quot;:120.41251968503937,&quot;width&quot;:594.993779527559}"/>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42.9,&quot;left&quot;:62.50314960629921,&quot;top&quot;:120.41251968503937,&quot;width&quot;:594.993779527559}"/>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42.9,&quot;left&quot;:62.50314960629921,&quot;top&quot;:120.41251968503937,&quot;width&quot;:594.993779527559}"/>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42.9,&quot;left&quot;:62.50314960629921,&quot;top&quot;:120.41251968503937,&quot;width&quot;:594.993779527559}"/>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42.9,&quot;left&quot;:62.50314960629921,&quot;top&quot;:120.41251968503937,&quot;width&quot;:594.993779527559}"/>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42.9,&quot;left&quot;:62.50314960629921,&quot;top&quot;:120.41251968503937,&quot;width&quot;:594.993779527559}"/>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42.9,&quot;left&quot;:62.50314960629921,&quot;top&quot;:120.41251968503937,&quot;width&quot;:594.993779527559}"/>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42.9,&quot;left&quot;:62.50314960629921,&quot;top&quot;:120.41251968503937,&quot;width&quot;:594.993779527559}"/>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88.3407086614173,&quot;left&quot;:58.803149606299215,&quot;top&quot;:176.08748031496063,&quot;width&quot;:1030.6937007874014}"/>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288.3407086614173,&quot;left&quot;:58.803149606299215,&quot;top&quot;:176.08748031496063,&quot;width&quot;:1030.6937007874014}"/>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288.3407086614173,&quot;left&quot;:58.803149606299215,&quot;top&quot;:176.08748031496063,&quot;width&quot;:1030.6937007874014}"/>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288.3407086614173,&quot;left&quot;:58.803149606299215,&quot;top&quot;:176.08748031496063,&quot;width&quot;:1030.6937007874014}"/>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288.3407086614173,&quot;left&quot;:58.803149606299215,&quot;top&quot;:176.08748031496063,&quot;width&quot;:1030.6937007874014}"/>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288.3407086614173,&quot;left&quot;:58.803149606299215,&quot;top&quot;:176.08748031496063,&quot;width&quot;:1030.6937007874014}"/>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288.3407086614173,&quot;left&quot;:58.803149606299215,&quot;top&quot;:176.08748031496063,&quot;width&quot;:1030.6937007874014}"/>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288.3407086614173,&quot;left&quot;:58.803149606299215,&quot;top&quot;:176.08748031496063,&quot;width&quot;:1030.6937007874014}"/>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288.3407086614173,&quot;left&quot;:58.803149606299215,&quot;top&quot;:176.08748031496063,&quot;width&quot;:1030.6937007874014}"/>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296.68133858267714,&quot;left&quot;:62.50314960629921,&quot;top&quot;:168.50622047244093,&quot;width&quot;:1027.003070866142}"/>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296.68133858267714,&quot;left&quot;:62.50314960629921,&quot;top&quot;:168.50622047244093,&quot;width&quot;:1027.003070866142}"/>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296.68133858267714,&quot;left&quot;:62.50314960629921,&quot;top&quot;:168.50622047244093,&quot;width&quot;:1027.003070866142}"/>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296.68133858267714,&quot;left&quot;:62.50314960629921,&quot;top&quot;:168.50622047244093,&quot;width&quot;:1027.003070866142}"/>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296.68133858267714,&quot;left&quot;:62.50314960629921,&quot;top&quot;:168.50622047244093,&quot;width&quot;:1027.003070866142}"/>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296.68133858267714,&quot;left&quot;:62.50314960629921,&quot;top&quot;:168.50622047244093,&quot;width&quot;:1027.003070866142}"/>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296.68133858267714,&quot;left&quot;:62.50314960629921,&quot;top&quot;:168.50622047244093,&quot;width&quot;:1027.003070866142}"/>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296.68133858267714,&quot;left&quot;:62.50314960629921,&quot;top&quot;:168.50622047244093,&quot;width&quot;:1027.003070866142}"/>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296.68133858267714,&quot;left&quot;:62.50314960629921,&quot;top&quot;:168.50622047244093,&quot;width&quot;:1027.003070866142}"/>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296.68133858267714,&quot;left&quot;:62.50314960629921,&quot;top&quot;:168.50622047244093,&quot;width&quot;:1027.003070866142}"/>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296.68133858267714,&quot;left&quot;:62.50314960629921,&quot;top&quot;:168.50622047244093,&quot;width&quot;:1027.003070866142}"/>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296.68133858267714,&quot;left&quot;:62.50314960629921,&quot;top&quot;:168.50622047244093,&quot;width&quot;:1027.003070866142}"/>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296.68133858267714,&quot;left&quot;:62.50314960629921,&quot;top&quot;:168.50622047244093,&quot;width&quot;:1027.003070866142}"/>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296.68133858267714,&quot;left&quot;:62.50314960629921,&quot;top&quot;:168.50622047244093,&quot;width&quot;:1027.003070866142}"/>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296.68133858267714,&quot;left&quot;:62.50314960629921,&quot;top&quot;:168.50622047244093,&quot;width&quot;:1027.003070866142}"/>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296.68133858267714,&quot;left&quot;:62.50314960629921,&quot;top&quot;:168.50622047244093,&quot;width&quot;:1027.003070866142}"/>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275.2218897637796,&quot;left&quot;:62.446850393700785,&quot;top&quot;:140.69062992125984,&quot;width&quot;:1027.1156692913385}"/>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275.2218897637796,&quot;left&quot;:62.446850393700785,&quot;top&quot;:140.69062992125984,&quot;width&quot;:1027.1156692913385}"/>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275.2218897637796,&quot;left&quot;:62.446850393700785,&quot;top&quot;:140.69062992125984,&quot;width&quot;:1027.1156692913385}"/>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275.2218897637796,&quot;left&quot;:62.446850393700785,&quot;top&quot;:140.69062992125984,&quot;width&quot;:1027.1156692913385}"/>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275.2218897637796,&quot;left&quot;:62.446850393700785,&quot;top&quot;:140.69062992125984,&quot;width&quot;:1027.1156692913385}"/>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275.2218897637796,&quot;left&quot;:62.446850393700785,&quot;top&quot;:140.69062992125984,&quot;width&quot;:1027.1156692913385}"/>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275.2218897637796,&quot;left&quot;:62.446850393700785,&quot;top&quot;:140.69062992125984,&quot;width&quot;:1027.1156692913385}"/>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275.2218897637796,&quot;left&quot;:62.446850393700785,&quot;top&quot;:140.69062992125984,&quot;width&quot;:1027.1156692913385}"/>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275.2218897637796,&quot;left&quot;:62.446850393700785,&quot;top&quot;:140.69062992125984,&quot;width&quot;:1027.1156692913385}"/>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274.05622047244094,&quot;left&quot;:324.27188976377954,&quot;top&quot;:146.34377952755906,&quot;width&quot;:765.2249606299214}"/>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274.05622047244094,&quot;left&quot;:324.27188976377954,&quot;top&quot;:146.34377952755906,&quot;width&quot;:765.2249606299214}"/>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274.05622047244094,&quot;left&quot;:324.27188976377954,&quot;top&quot;:146.34377952755906,&quot;width&quot;:765.2249606299214}"/>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274.05622047244094,&quot;left&quot;:324.27188976377954,&quot;top&quot;:146.34377952755906,&quot;width&quot;:765.2249606299214}"/>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274.05622047244094,&quot;left&quot;:324.27188976377954,&quot;top&quot;:146.34377952755906,&quot;width&quot;:765.2249606299214}"/>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274.05622047244094,&quot;left&quot;:324.27188976377954,&quot;top&quot;:146.34377952755906,&quot;width&quot;:765.2249606299214}"/>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274.05622047244094,&quot;left&quot;:324.27188976377954,&quot;top&quot;:146.34377952755906,&quot;width&quot;:765.2249606299214}"/>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274.05622047244094,&quot;left&quot;:324.27188976377954,&quot;top&quot;:146.34377952755906,&quot;width&quot;:765.2249606299214}"/>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274.05622047244094,&quot;left&quot;:324.27188976377954,&quot;top&quot;:146.34377952755906,&quot;width&quot;:765.2249606299214}"/>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274.05622047244094,&quot;left&quot;:324.27188976377954,&quot;top&quot;:146.34377952755906,&quot;width&quot;:765.2249606299214}"/>
</p:tagLst>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Copy of Turf Management System</Template>
  <TotalTime>87</TotalTime>
  <Words>1103</Words>
  <Application>Microsoft Office PowerPoint</Application>
  <PresentationFormat>Custom</PresentationFormat>
  <Paragraphs>94</Paragraphs>
  <Slides>9</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Shaurya Thakur</cp:lastModifiedBy>
  <cp:revision>12</cp:revision>
  <dcterms:created xsi:type="dcterms:W3CDTF">2025-05-01T07:37:00Z</dcterms:created>
  <dcterms:modified xsi:type="dcterms:W3CDTF">2026-04-28T11:34:44Z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0207E94C9A6E41F7959DA4B6E3733B11_12</vt:lpwstr>
  </property>
  <property fmtid="{D5CDD505-2E9C-101B-9397-08002B2CF9AE}" pid="3" name="KSOProductBuildVer">
    <vt:lpwstr>1033-12.2.0.23155</vt:lpwstr>
  </property>
</Properties>
</file>